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24384000" cy="13716000"/>
  <p:notesSz cx="6858000" cy="9144000"/>
  <p:embeddedFontLst>
    <p:embeddedFont>
      <p:font typeface="Montserrat ExtraLight"/>
      <p:regular r:id="rId45"/>
    </p:embeddedFont>
    <p:embeddedFont>
      <p:font typeface="Montserrat SemiBold"/>
      <p:bold r:id="rId46"/>
    </p:embeddedFont>
    <p:embeddedFont>
      <p:font typeface="Montserrat ExtraBold"/>
      <p:bold r:id="rId47"/>
    </p:embeddedFont>
    <p:embeddedFont>
      <p:font typeface="Montserrat Light"/>
      <p:regular r:id="rId48"/>
    </p:embeddedFont>
    <p:embeddedFont>
      <p:font typeface="Pretendard SemiBold"/>
      <p:bold r:id="rId49"/>
    </p:embeddedFont>
    <p:embeddedFont>
      <p:font typeface="Pretendard Bold"/>
      <p:bold r:id="rId50"/>
    </p:embeddedFont>
    <p:embeddedFont>
      <p:font typeface="Pretendard Regular"/>
      <p:regular r:id="rId51"/>
    </p:embeddedFont>
    <p:embeddedFont>
      <p:font typeface="Pretendard Medium"/>
      <p:bold r:id="rId52"/>
    </p:embeddedFont>
    <p:embeddedFont>
      <p:font typeface="Pretendard Light"/>
      <p:regular r:id="rId53"/>
    </p:embeddedFont>
    <p:embeddedFont>
      <p:font typeface="Pretendard ExtraLight"/>
      <p:regular r:id="rId54"/>
    </p:embeddedFont>
    <p:embeddedFont>
      <p:font typeface="IBM Plex Sans KR"/>
      <p:regular r:id="rId55"/>
    </p:embeddedFont>
    <p:embeddedFont>
      <p:font typeface="IBM Plex Sans KR Medium"/>
      <p:bold r:id="rId56"/>
    </p:embeddedFont>
    <p:embeddedFont>
      <p:font typeface="NEXON Lv1 Gothic OTF Bold"/>
      <p:bold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1.fntdata" Type="http://schemas.openxmlformats.org/officeDocument/2006/relationships/font"/><Relationship Id="rId46" Target="fonts/font2.fntdata" Type="http://schemas.openxmlformats.org/officeDocument/2006/relationships/font"/><Relationship Id="rId47" Target="fonts/font3.fntdata" Type="http://schemas.openxmlformats.org/officeDocument/2006/relationships/font"/><Relationship Id="rId48" Target="fonts/font4.fntdata" Type="http://schemas.openxmlformats.org/officeDocument/2006/relationships/font"/><Relationship Id="rId49" Target="fonts/font5.fntdata" Type="http://schemas.openxmlformats.org/officeDocument/2006/relationships/font"/><Relationship Id="rId5" Target="tableStyles.xml" Type="http://schemas.openxmlformats.org/officeDocument/2006/relationships/tableStyles"/><Relationship Id="rId50" Target="fonts/font6.fntdata" Type="http://schemas.openxmlformats.org/officeDocument/2006/relationships/font"/><Relationship Id="rId51" Target="fonts/font7.fntdata" Type="http://schemas.openxmlformats.org/officeDocument/2006/relationships/font"/><Relationship Id="rId52" Target="fonts/font8.fntdata" Type="http://schemas.openxmlformats.org/officeDocument/2006/relationships/font"/><Relationship Id="rId53" Target="fonts/font9.fntdata" Type="http://schemas.openxmlformats.org/officeDocument/2006/relationships/font"/><Relationship Id="rId54" Target="fonts/font10.fntdata" Type="http://schemas.openxmlformats.org/officeDocument/2006/relationships/font"/><Relationship Id="rId55" Target="fonts/font11.fntdata" Type="http://schemas.openxmlformats.org/officeDocument/2006/relationships/font"/><Relationship Id="rId56" Target="fonts/font12.fntdata" Type="http://schemas.openxmlformats.org/officeDocument/2006/relationships/font"/><Relationship Id="rId57" Target="fonts/font1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16" Target="../media/image20.png" Type="http://schemas.openxmlformats.org/officeDocument/2006/relationships/image"/><Relationship Id="rId17" Target="../media/image21.png" Type="http://schemas.openxmlformats.org/officeDocument/2006/relationships/image"/><Relationship Id="rId18" Target="../media/image22.png" Type="http://schemas.openxmlformats.org/officeDocument/2006/relationships/image"/><Relationship Id="rId19" Target="../media/image23.png" Type="http://schemas.openxmlformats.org/officeDocument/2006/relationships/image"/><Relationship Id="rId2" Target="../media/image12.png" Type="http://schemas.openxmlformats.org/officeDocument/2006/relationships/image"/><Relationship Id="rId20" Target="../media/image24.png" Type="http://schemas.openxmlformats.org/officeDocument/2006/relationships/image"/><Relationship Id="rId21" Target="../media/image25.png" Type="http://schemas.openxmlformats.org/officeDocument/2006/relationships/image"/><Relationship Id="rId22" Target="../media/image26.png" Type="http://schemas.openxmlformats.org/officeDocument/2006/relationships/image"/><Relationship Id="rId23" Target="../media/image27.png" Type="http://schemas.openxmlformats.org/officeDocument/2006/relationships/image"/><Relationship Id="rId24" Target="../media/image28.png" Type="http://schemas.openxmlformats.org/officeDocument/2006/relationships/image"/><Relationship Id="rId25" Target="../media/image29.png" Type="http://schemas.openxmlformats.org/officeDocument/2006/relationships/image"/><Relationship Id="rId26" Target="../media/image30.png" Type="http://schemas.openxmlformats.org/officeDocument/2006/relationships/image"/><Relationship Id="rId27" Target="../media/image3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1.png" Type="http://schemas.openxmlformats.org/officeDocument/2006/relationships/image"/><Relationship Id="rId20" Target="../media/image44.png" Type="http://schemas.openxmlformats.org/officeDocument/2006/relationships/image"/><Relationship Id="rId21" Target="../media/image45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14" Target="../media/image51.png" Type="http://schemas.openxmlformats.org/officeDocument/2006/relationships/image"/><Relationship Id="rId15" Target="../media/image52.png" Type="http://schemas.openxmlformats.org/officeDocument/2006/relationships/image"/><Relationship Id="rId16" Target="../media/image53.png" Type="http://schemas.openxmlformats.org/officeDocument/2006/relationships/image"/><Relationship Id="rId17" Target="../media/image54.png" Type="http://schemas.openxmlformats.org/officeDocument/2006/relationships/image"/><Relationship Id="rId18" Target="../media/image55.png" Type="http://schemas.openxmlformats.org/officeDocument/2006/relationships/image"/><Relationship Id="rId19" Target="../media/image56.png" Type="http://schemas.openxmlformats.org/officeDocument/2006/relationships/image"/><Relationship Id="rId2" Target="../media/image12.png" Type="http://schemas.openxmlformats.org/officeDocument/2006/relationships/image"/><Relationship Id="rId20" Target="../media/image57.png" Type="http://schemas.openxmlformats.org/officeDocument/2006/relationships/image"/><Relationship Id="rId21" Target="../media/image58.png" Type="http://schemas.openxmlformats.org/officeDocument/2006/relationships/image"/><Relationship Id="rId22" Target="../media/image59.png" Type="http://schemas.openxmlformats.org/officeDocument/2006/relationships/image"/><Relationship Id="rId23" Target="../media/image60.png" Type="http://schemas.openxmlformats.org/officeDocument/2006/relationships/image"/><Relationship Id="rId24" Target="../media/image6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0.png" Type="http://schemas.openxmlformats.org/officeDocument/2006/relationships/image"/><Relationship Id="rId12" Target="../media/image63.png" Type="http://schemas.openxmlformats.org/officeDocument/2006/relationships/image"/><Relationship Id="rId13" Target="../media/image64.png" Type="http://schemas.openxmlformats.org/officeDocument/2006/relationships/image"/><Relationship Id="rId14" Target="../media/image65.png" Type="http://schemas.openxmlformats.org/officeDocument/2006/relationships/image"/><Relationship Id="rId15" Target="../media/image66.png" Type="http://schemas.openxmlformats.org/officeDocument/2006/relationships/image"/><Relationship Id="rId16" Target="../media/image67.png" Type="http://schemas.openxmlformats.org/officeDocument/2006/relationships/image"/><Relationship Id="rId17" Target="../media/image68.png" Type="http://schemas.openxmlformats.org/officeDocument/2006/relationships/image"/><Relationship Id="rId18" Target="../media/image69.png" Type="http://schemas.openxmlformats.org/officeDocument/2006/relationships/image"/><Relationship Id="rId19" Target="../media/image70.png" Type="http://schemas.openxmlformats.org/officeDocument/2006/relationships/image"/><Relationship Id="rId2" Target="../media/image12.png" Type="http://schemas.openxmlformats.org/officeDocument/2006/relationships/image"/><Relationship Id="rId20" Target="../media/image71.png" Type="http://schemas.openxmlformats.org/officeDocument/2006/relationships/image"/><Relationship Id="rId21" Target="../media/image72.png" Type="http://schemas.openxmlformats.org/officeDocument/2006/relationships/image"/><Relationship Id="rId22" Target="../media/image73.png" Type="http://schemas.openxmlformats.org/officeDocument/2006/relationships/image"/><Relationship Id="rId23" Target="../media/image74.png" Type="http://schemas.openxmlformats.org/officeDocument/2006/relationships/image"/><Relationship Id="rId24" Target="../media/image75.png" Type="http://schemas.openxmlformats.org/officeDocument/2006/relationships/image"/><Relationship Id="rId25" Target="../media/image76.png" Type="http://schemas.openxmlformats.org/officeDocument/2006/relationships/image"/><Relationship Id="rId26" Target="../media/image77.png" Type="http://schemas.openxmlformats.org/officeDocument/2006/relationships/image"/><Relationship Id="rId27" Target="../media/image78.png" Type="http://schemas.openxmlformats.org/officeDocument/2006/relationships/image"/><Relationship Id="rId28" Target="../media/image79.png" Type="http://schemas.openxmlformats.org/officeDocument/2006/relationships/image"/><Relationship Id="rId29" Target="../media/image80.png" Type="http://schemas.openxmlformats.org/officeDocument/2006/relationships/image"/><Relationship Id="rId3" Target="../media/image1.png" Type="http://schemas.openxmlformats.org/officeDocument/2006/relationships/image"/><Relationship Id="rId30" Target="../media/image81.png" Type="http://schemas.openxmlformats.org/officeDocument/2006/relationships/image"/><Relationship Id="rId31" Target="../media/image82.png" Type="http://schemas.openxmlformats.org/officeDocument/2006/relationships/image"/><Relationship Id="rId32" Target="../media/image83.png" Type="http://schemas.openxmlformats.org/officeDocument/2006/relationships/image"/><Relationship Id="rId33" Target="../media/image84.png" Type="http://schemas.openxmlformats.org/officeDocument/2006/relationships/image"/><Relationship Id="rId34" Target="../media/image85.png" Type="http://schemas.openxmlformats.org/officeDocument/2006/relationships/image"/><Relationship Id="rId35" Target="../media/image86.png" Type="http://schemas.openxmlformats.org/officeDocument/2006/relationships/image"/><Relationship Id="rId36" Target="../media/image87.png" Type="http://schemas.openxmlformats.org/officeDocument/2006/relationships/image"/><Relationship Id="rId37" Target="../media/image88.png" Type="http://schemas.openxmlformats.org/officeDocument/2006/relationships/image"/><Relationship Id="rId38" Target="../media/image89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60.png" Type="http://schemas.openxmlformats.org/officeDocument/2006/relationships/image"/><Relationship Id="rId12" Target="../media/image91.png" Type="http://schemas.openxmlformats.org/officeDocument/2006/relationships/image"/><Relationship Id="rId13" Target="../media/image92.png" Type="http://schemas.openxmlformats.org/officeDocument/2006/relationships/image"/><Relationship Id="rId14" Target="../media/image93.png" Type="http://schemas.openxmlformats.org/officeDocument/2006/relationships/image"/><Relationship Id="rId15" Target="../media/image94.png" Type="http://schemas.openxmlformats.org/officeDocument/2006/relationships/image"/><Relationship Id="rId16" Target="../media/image95.png" Type="http://schemas.openxmlformats.org/officeDocument/2006/relationships/image"/><Relationship Id="rId17" Target="../media/image96.png" Type="http://schemas.openxmlformats.org/officeDocument/2006/relationships/image"/><Relationship Id="rId18" Target="../media/image97.png" Type="http://schemas.openxmlformats.org/officeDocument/2006/relationships/image"/><Relationship Id="rId19" Target="../media/image98.png" Type="http://schemas.openxmlformats.org/officeDocument/2006/relationships/image"/><Relationship Id="rId2" Target="../media/image12.png" Type="http://schemas.openxmlformats.org/officeDocument/2006/relationships/image"/><Relationship Id="rId20" Target="../media/image99.png" Type="http://schemas.openxmlformats.org/officeDocument/2006/relationships/image"/><Relationship Id="rId21" Target="../media/image100.png" Type="http://schemas.openxmlformats.org/officeDocument/2006/relationships/image"/><Relationship Id="rId22" Target="../media/image101.png" Type="http://schemas.openxmlformats.org/officeDocument/2006/relationships/image"/><Relationship Id="rId23" Target="../media/image102.png" Type="http://schemas.openxmlformats.org/officeDocument/2006/relationships/image"/><Relationship Id="rId24" Target="../media/image103.png" Type="http://schemas.openxmlformats.org/officeDocument/2006/relationships/image"/><Relationship Id="rId25" Target="../media/image104.png" Type="http://schemas.openxmlformats.org/officeDocument/2006/relationships/image"/><Relationship Id="rId26" Target="../media/image105.png" Type="http://schemas.openxmlformats.org/officeDocument/2006/relationships/image"/><Relationship Id="rId27" Target="../media/image106.png" Type="http://schemas.openxmlformats.org/officeDocument/2006/relationships/image"/><Relationship Id="rId28" Target="../media/image107.png" Type="http://schemas.openxmlformats.org/officeDocument/2006/relationships/image"/><Relationship Id="rId29" Target="../media/image108.png" Type="http://schemas.openxmlformats.org/officeDocument/2006/relationships/image"/><Relationship Id="rId3" Target="../media/image1.png" Type="http://schemas.openxmlformats.org/officeDocument/2006/relationships/image"/><Relationship Id="rId30" Target="../media/image109.png" Type="http://schemas.openxmlformats.org/officeDocument/2006/relationships/image"/><Relationship Id="rId31" Target="../media/image110.png" Type="http://schemas.openxmlformats.org/officeDocument/2006/relationships/image"/><Relationship Id="rId32" Target="../media/image111.png" Type="http://schemas.openxmlformats.org/officeDocument/2006/relationships/image"/><Relationship Id="rId33" Target="../media/image112.png" Type="http://schemas.openxmlformats.org/officeDocument/2006/relationships/image"/><Relationship Id="rId34" Target="../media/image113.png" Type="http://schemas.openxmlformats.org/officeDocument/2006/relationships/image"/><Relationship Id="rId35" Target="../media/image114.png" Type="http://schemas.openxmlformats.org/officeDocument/2006/relationships/image"/><Relationship Id="rId36" Target="../media/image115.png" Type="http://schemas.openxmlformats.org/officeDocument/2006/relationships/image"/><Relationship Id="rId37" Target="../media/image116.png" Type="http://schemas.openxmlformats.org/officeDocument/2006/relationships/image"/><Relationship Id="rId38" Target="../media/image117.png" Type="http://schemas.openxmlformats.org/officeDocument/2006/relationships/image"/><Relationship Id="rId39" Target="../media/image118.png" Type="http://schemas.openxmlformats.org/officeDocument/2006/relationships/image"/><Relationship Id="rId4" Target="../media/image2.png" Type="http://schemas.openxmlformats.org/officeDocument/2006/relationships/image"/><Relationship Id="rId40" Target="../media/image119.png" Type="http://schemas.openxmlformats.org/officeDocument/2006/relationships/image"/><Relationship Id="rId41" Target="../media/image120.png" Type="http://schemas.openxmlformats.org/officeDocument/2006/relationships/image"/><Relationship Id="rId42" Target="../media/image121.png" Type="http://schemas.openxmlformats.org/officeDocument/2006/relationships/image"/><Relationship Id="rId43" Target="../media/image122.png" Type="http://schemas.openxmlformats.org/officeDocument/2006/relationships/image"/><Relationship Id="rId44" Target="../media/image123.png" Type="http://schemas.openxmlformats.org/officeDocument/2006/relationships/image"/><Relationship Id="rId45" Target="../media/image124.png" Type="http://schemas.openxmlformats.org/officeDocument/2006/relationships/image"/><Relationship Id="rId46" Target="../media/image125.png" Type="http://schemas.openxmlformats.org/officeDocument/2006/relationships/image"/><Relationship Id="rId47" Target="../media/image126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60.png" Type="http://schemas.openxmlformats.org/officeDocument/2006/relationships/image"/><Relationship Id="rId12" Target="../media/image128.png" Type="http://schemas.openxmlformats.org/officeDocument/2006/relationships/image"/><Relationship Id="rId13" Target="../media/image129.png" Type="http://schemas.openxmlformats.org/officeDocument/2006/relationships/image"/><Relationship Id="rId14" Target="../media/image130.png" Type="http://schemas.openxmlformats.org/officeDocument/2006/relationships/image"/><Relationship Id="rId15" Target="../media/image131.png" Type="http://schemas.openxmlformats.org/officeDocument/2006/relationships/image"/><Relationship Id="rId16" Target="../media/image132.png" Type="http://schemas.openxmlformats.org/officeDocument/2006/relationships/image"/><Relationship Id="rId17" Target="../media/image133.png" Type="http://schemas.openxmlformats.org/officeDocument/2006/relationships/image"/><Relationship Id="rId18" Target="../media/image134.png" Type="http://schemas.openxmlformats.org/officeDocument/2006/relationships/image"/><Relationship Id="rId19" Target="../media/image135.png" Type="http://schemas.openxmlformats.org/officeDocument/2006/relationships/image"/><Relationship Id="rId2" Target="../media/image12.png" Type="http://schemas.openxmlformats.org/officeDocument/2006/relationships/image"/><Relationship Id="rId20" Target="../media/image136.png" Type="http://schemas.openxmlformats.org/officeDocument/2006/relationships/image"/><Relationship Id="rId21" Target="../media/image137.png" Type="http://schemas.openxmlformats.org/officeDocument/2006/relationships/image"/><Relationship Id="rId22" Target="../media/image138.png" Type="http://schemas.openxmlformats.org/officeDocument/2006/relationships/image"/><Relationship Id="rId23" Target="../media/image139.png" Type="http://schemas.openxmlformats.org/officeDocument/2006/relationships/image"/><Relationship Id="rId24" Target="../media/image140.png" Type="http://schemas.openxmlformats.org/officeDocument/2006/relationships/image"/><Relationship Id="rId25" Target="../media/image141.png" Type="http://schemas.openxmlformats.org/officeDocument/2006/relationships/image"/><Relationship Id="rId26" Target="../media/image142.png" Type="http://schemas.openxmlformats.org/officeDocument/2006/relationships/image"/><Relationship Id="rId27" Target="../media/image143.png" Type="http://schemas.openxmlformats.org/officeDocument/2006/relationships/image"/><Relationship Id="rId28" Target="../media/image144.png" Type="http://schemas.openxmlformats.org/officeDocument/2006/relationships/image"/><Relationship Id="rId29" Target="../media/image145.png" Type="http://schemas.openxmlformats.org/officeDocument/2006/relationships/image"/><Relationship Id="rId3" Target="../media/image1.png" Type="http://schemas.openxmlformats.org/officeDocument/2006/relationships/image"/><Relationship Id="rId30" Target="../media/image146.png" Type="http://schemas.openxmlformats.org/officeDocument/2006/relationships/image"/><Relationship Id="rId31" Target="../media/image147.png" Type="http://schemas.openxmlformats.org/officeDocument/2006/relationships/image"/><Relationship Id="rId32" Target="../media/image148.png" Type="http://schemas.openxmlformats.org/officeDocument/2006/relationships/image"/><Relationship Id="rId33" Target="../media/image149.png" Type="http://schemas.openxmlformats.org/officeDocument/2006/relationships/image"/><Relationship Id="rId34" Target="../media/image150.png" Type="http://schemas.openxmlformats.org/officeDocument/2006/relationships/image"/><Relationship Id="rId35" Target="../media/image151.png" Type="http://schemas.openxmlformats.org/officeDocument/2006/relationships/image"/><Relationship Id="rId36" Target="../media/image152.png" Type="http://schemas.openxmlformats.org/officeDocument/2006/relationships/image"/><Relationship Id="rId37" Target="../media/image153.png" Type="http://schemas.openxmlformats.org/officeDocument/2006/relationships/image"/><Relationship Id="rId38" Target="../media/image154.png" Type="http://schemas.openxmlformats.org/officeDocument/2006/relationships/image"/><Relationship Id="rId39" Target="../media/image155.png" Type="http://schemas.openxmlformats.org/officeDocument/2006/relationships/image"/><Relationship Id="rId4" Target="../media/image2.png" Type="http://schemas.openxmlformats.org/officeDocument/2006/relationships/image"/><Relationship Id="rId40" Target="../media/image156.png" Type="http://schemas.openxmlformats.org/officeDocument/2006/relationships/image"/><Relationship Id="rId41" Target="../media/image157.png" Type="http://schemas.openxmlformats.org/officeDocument/2006/relationships/image"/><Relationship Id="rId42" Target="../media/image158.png" Type="http://schemas.openxmlformats.org/officeDocument/2006/relationships/image"/><Relationship Id="rId43" Target="../media/image159.png" Type="http://schemas.openxmlformats.org/officeDocument/2006/relationships/image"/><Relationship Id="rId44" Target="../media/image160.png" Type="http://schemas.openxmlformats.org/officeDocument/2006/relationships/image"/><Relationship Id="rId45" Target="../media/image161.png" Type="http://schemas.openxmlformats.org/officeDocument/2006/relationships/image"/><Relationship Id="rId46" Target="../media/image162.png" Type="http://schemas.openxmlformats.org/officeDocument/2006/relationships/image"/><Relationship Id="rId47" Target="../media/image163.png" Type="http://schemas.openxmlformats.org/officeDocument/2006/relationships/image"/><Relationship Id="rId48" Target="../media/image164.png" Type="http://schemas.openxmlformats.org/officeDocument/2006/relationships/image"/><Relationship Id="rId49" Target="../media/image165.png" Type="http://schemas.openxmlformats.org/officeDocument/2006/relationships/image"/><Relationship Id="rId5" Target="../media/image3.png" Type="http://schemas.openxmlformats.org/officeDocument/2006/relationships/image"/><Relationship Id="rId50" Target="../media/image166.png" Type="http://schemas.openxmlformats.org/officeDocument/2006/relationships/image"/><Relationship Id="rId51" Target="../media/image167.png" Type="http://schemas.openxmlformats.org/officeDocument/2006/relationships/image"/><Relationship Id="rId52" Target="../media/image168.png" Type="http://schemas.openxmlformats.org/officeDocument/2006/relationships/image"/><Relationship Id="rId53" Target="../media/image169.png" Type="http://schemas.openxmlformats.org/officeDocument/2006/relationships/image"/><Relationship Id="rId54" Target="../media/image170.png" Type="http://schemas.openxmlformats.org/officeDocument/2006/relationships/image"/><Relationship Id="rId55" Target="../media/image171.png" Type="http://schemas.openxmlformats.org/officeDocument/2006/relationships/image"/><Relationship Id="rId56" Target="../media/image172.png" Type="http://schemas.openxmlformats.org/officeDocument/2006/relationships/image"/><Relationship Id="rId57" Target="../media/image173.png" Type="http://schemas.openxmlformats.org/officeDocument/2006/relationships/image"/><Relationship Id="rId58" Target="../media/image174.png" Type="http://schemas.openxmlformats.org/officeDocument/2006/relationships/image"/><Relationship Id="rId59" Target="../media/image175.png" Type="http://schemas.openxmlformats.org/officeDocument/2006/relationships/image"/><Relationship Id="rId6" Target="../media/image4.png" Type="http://schemas.openxmlformats.org/officeDocument/2006/relationships/image"/><Relationship Id="rId60" Target="../media/image176.png" Type="http://schemas.openxmlformats.org/officeDocument/2006/relationships/image"/><Relationship Id="rId61" Target="../media/image177.png" Type="http://schemas.openxmlformats.org/officeDocument/2006/relationships/image"/><Relationship Id="rId62" Target="../media/image178.png" Type="http://schemas.openxmlformats.org/officeDocument/2006/relationships/image"/><Relationship Id="rId63" Target="../media/image179.png" Type="http://schemas.openxmlformats.org/officeDocument/2006/relationships/image"/><Relationship Id="rId64" Target="../media/image180.png" Type="http://schemas.openxmlformats.org/officeDocument/2006/relationships/image"/><Relationship Id="rId65" Target="../media/image181.png" Type="http://schemas.openxmlformats.org/officeDocument/2006/relationships/image"/><Relationship Id="rId66" Target="../media/image182.png" Type="http://schemas.openxmlformats.org/officeDocument/2006/relationships/image"/><Relationship Id="rId67" Target="../media/image183.png" Type="http://schemas.openxmlformats.org/officeDocument/2006/relationships/image"/><Relationship Id="rId68" Target="../media/image184.png" Type="http://schemas.openxmlformats.org/officeDocument/2006/relationships/image"/><Relationship Id="rId69" Target="../media/image185.png" Type="http://schemas.openxmlformats.org/officeDocument/2006/relationships/image"/><Relationship Id="rId7" Target="../media/image5.png" Type="http://schemas.openxmlformats.org/officeDocument/2006/relationships/image"/><Relationship Id="rId70" Target="../media/image186.png" Type="http://schemas.openxmlformats.org/officeDocument/2006/relationships/image"/><Relationship Id="rId71" Target="../media/image187.png" Type="http://schemas.openxmlformats.org/officeDocument/2006/relationships/image"/><Relationship Id="rId72" Target="../media/image188.png" Type="http://schemas.openxmlformats.org/officeDocument/2006/relationships/image"/><Relationship Id="rId73" Target="../media/image189.png" Type="http://schemas.openxmlformats.org/officeDocument/2006/relationships/image"/><Relationship Id="rId74" Target="../media/image190.png" Type="http://schemas.openxmlformats.org/officeDocument/2006/relationships/image"/><Relationship Id="rId75" Target="../media/image191.png" Type="http://schemas.openxmlformats.org/officeDocument/2006/relationships/image"/><Relationship Id="rId76" Target="../media/image192.png" Type="http://schemas.openxmlformats.org/officeDocument/2006/relationships/image"/><Relationship Id="rId77" Target="../media/image193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4.png" Type="http://schemas.openxmlformats.org/officeDocument/2006/relationships/image"/><Relationship Id="rId11" Target="../media/image60.png" Type="http://schemas.openxmlformats.org/officeDocument/2006/relationships/image"/><Relationship Id="rId12" Target="../media/image195.png" Type="http://schemas.openxmlformats.org/officeDocument/2006/relationships/image"/><Relationship Id="rId13" Target="../media/image196.png" Type="http://schemas.openxmlformats.org/officeDocument/2006/relationships/image"/><Relationship Id="rId14" Target="../media/image197.png" Type="http://schemas.openxmlformats.org/officeDocument/2006/relationships/image"/><Relationship Id="rId15" Target="../media/image198.png" Type="http://schemas.openxmlformats.org/officeDocument/2006/relationships/image"/><Relationship Id="rId16" Target="../media/image199.png" Type="http://schemas.openxmlformats.org/officeDocument/2006/relationships/image"/><Relationship Id="rId17" Target="../media/image200.png" Type="http://schemas.openxmlformats.org/officeDocument/2006/relationships/image"/><Relationship Id="rId18" Target="../media/image201.png" Type="http://schemas.openxmlformats.org/officeDocument/2006/relationships/image"/><Relationship Id="rId19" Target="../media/image202.png" Type="http://schemas.openxmlformats.org/officeDocument/2006/relationships/image"/><Relationship Id="rId2" Target="../media/image12.png" Type="http://schemas.openxmlformats.org/officeDocument/2006/relationships/image"/><Relationship Id="rId20" Target="../media/image203.png" Type="http://schemas.openxmlformats.org/officeDocument/2006/relationships/image"/><Relationship Id="rId21" Target="../media/image204.png" Type="http://schemas.openxmlformats.org/officeDocument/2006/relationships/image"/><Relationship Id="rId22" Target="../media/image205.png" Type="http://schemas.openxmlformats.org/officeDocument/2006/relationships/image"/><Relationship Id="rId23" Target="../media/image206.png" Type="http://schemas.openxmlformats.org/officeDocument/2006/relationships/image"/><Relationship Id="rId24" Target="../media/image207.png" Type="http://schemas.openxmlformats.org/officeDocument/2006/relationships/image"/><Relationship Id="rId25" Target="../media/image208.png" Type="http://schemas.openxmlformats.org/officeDocument/2006/relationships/image"/><Relationship Id="rId26" Target="../media/image209.png" Type="http://schemas.openxmlformats.org/officeDocument/2006/relationships/image"/><Relationship Id="rId27" Target="../media/image210.png" Type="http://schemas.openxmlformats.org/officeDocument/2006/relationships/image"/><Relationship Id="rId28" Target="../media/image211.png" Type="http://schemas.openxmlformats.org/officeDocument/2006/relationships/image"/><Relationship Id="rId29" Target="../media/image212.png" Type="http://schemas.openxmlformats.org/officeDocument/2006/relationships/image"/><Relationship Id="rId3" Target="../media/image1.png" Type="http://schemas.openxmlformats.org/officeDocument/2006/relationships/image"/><Relationship Id="rId30" Target="../media/image213.png" Type="http://schemas.openxmlformats.org/officeDocument/2006/relationships/image"/><Relationship Id="rId31" Target="../media/image214.png" Type="http://schemas.openxmlformats.org/officeDocument/2006/relationships/image"/><Relationship Id="rId32" Target="../media/image215.png" Type="http://schemas.openxmlformats.org/officeDocument/2006/relationships/image"/><Relationship Id="rId33" Target="../media/image216.png" Type="http://schemas.openxmlformats.org/officeDocument/2006/relationships/image"/><Relationship Id="rId34" Target="../media/image217.png" Type="http://schemas.openxmlformats.org/officeDocument/2006/relationships/image"/><Relationship Id="rId35" Target="../media/image218.png" Type="http://schemas.openxmlformats.org/officeDocument/2006/relationships/image"/><Relationship Id="rId36" Target="../media/image219.png" Type="http://schemas.openxmlformats.org/officeDocument/2006/relationships/image"/><Relationship Id="rId37" Target="../media/image220.png" Type="http://schemas.openxmlformats.org/officeDocument/2006/relationships/image"/><Relationship Id="rId38" Target="../media/image221.png" Type="http://schemas.openxmlformats.org/officeDocument/2006/relationships/image"/><Relationship Id="rId39" Target="../media/image222.png" Type="http://schemas.openxmlformats.org/officeDocument/2006/relationships/image"/><Relationship Id="rId4" Target="../media/image2.png" Type="http://schemas.openxmlformats.org/officeDocument/2006/relationships/image"/><Relationship Id="rId40" Target="../media/image223.png" Type="http://schemas.openxmlformats.org/officeDocument/2006/relationships/image"/><Relationship Id="rId41" Target="../media/image224.png" Type="http://schemas.openxmlformats.org/officeDocument/2006/relationships/image"/><Relationship Id="rId42" Target="../media/image225.png" Type="http://schemas.openxmlformats.org/officeDocument/2006/relationships/image"/><Relationship Id="rId43" Target="../media/image226.png" Type="http://schemas.openxmlformats.org/officeDocument/2006/relationships/image"/><Relationship Id="rId44" Target="../media/image227.png" Type="http://schemas.openxmlformats.org/officeDocument/2006/relationships/image"/><Relationship Id="rId45" Target="../media/image228.png" Type="http://schemas.openxmlformats.org/officeDocument/2006/relationships/image"/><Relationship Id="rId46" Target="../media/image229.png" Type="http://schemas.openxmlformats.org/officeDocument/2006/relationships/image"/><Relationship Id="rId47" Target="../media/image230.png" Type="http://schemas.openxmlformats.org/officeDocument/2006/relationships/image"/><Relationship Id="rId48" Target="../media/image231.png" Type="http://schemas.openxmlformats.org/officeDocument/2006/relationships/image"/><Relationship Id="rId49" Target="../media/image232.png" Type="http://schemas.openxmlformats.org/officeDocument/2006/relationships/image"/><Relationship Id="rId5" Target="../media/image3.png" Type="http://schemas.openxmlformats.org/officeDocument/2006/relationships/image"/><Relationship Id="rId50" Target="../media/image233.png" Type="http://schemas.openxmlformats.org/officeDocument/2006/relationships/image"/><Relationship Id="rId51" Target="../media/image234.png" Type="http://schemas.openxmlformats.org/officeDocument/2006/relationships/image"/><Relationship Id="rId52" Target="../media/image235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12.png" Type="http://schemas.openxmlformats.org/officeDocument/2006/relationships/image"/><Relationship Id="rId12" Target="../media/image237.png" Type="http://schemas.openxmlformats.org/officeDocument/2006/relationships/image"/><Relationship Id="rId13" Target="../media/image238.png" Type="http://schemas.openxmlformats.org/officeDocument/2006/relationships/image"/><Relationship Id="rId14" Target="../media/image239.png" Type="http://schemas.openxmlformats.org/officeDocument/2006/relationships/image"/><Relationship Id="rId15" Target="../media/image240.png" Type="http://schemas.openxmlformats.org/officeDocument/2006/relationships/image"/><Relationship Id="rId16" Target="../media/image241.png" Type="http://schemas.openxmlformats.org/officeDocument/2006/relationships/image"/><Relationship Id="rId17" Target="../media/image242.png" Type="http://schemas.openxmlformats.org/officeDocument/2006/relationships/image"/><Relationship Id="rId18" Target="../media/image243.png" Type="http://schemas.openxmlformats.org/officeDocument/2006/relationships/image"/><Relationship Id="rId19" Target="../media/image244.png" Type="http://schemas.openxmlformats.org/officeDocument/2006/relationships/image"/><Relationship Id="rId2" Target="../media/image1.png" Type="http://schemas.openxmlformats.org/officeDocument/2006/relationships/image"/><Relationship Id="rId20" Target="../media/image245.png" Type="http://schemas.openxmlformats.org/officeDocument/2006/relationships/image"/><Relationship Id="rId21" Target="../media/image246.png" Type="http://schemas.openxmlformats.org/officeDocument/2006/relationships/image"/><Relationship Id="rId22" Target="../media/image247.png" Type="http://schemas.openxmlformats.org/officeDocument/2006/relationships/image"/><Relationship Id="rId23" Target="../media/image248.png" Type="http://schemas.openxmlformats.org/officeDocument/2006/relationships/image"/><Relationship Id="rId24" Target="../media/image249.png" Type="http://schemas.openxmlformats.org/officeDocument/2006/relationships/image"/><Relationship Id="rId25" Target="../media/image250.png" Type="http://schemas.openxmlformats.org/officeDocument/2006/relationships/image"/><Relationship Id="rId26" Target="../media/image251.png" Type="http://schemas.openxmlformats.org/officeDocument/2006/relationships/image"/><Relationship Id="rId27" Target="../media/image252.png" Type="http://schemas.openxmlformats.org/officeDocument/2006/relationships/image"/><Relationship Id="rId28" Target="../media/image253.png" Type="http://schemas.openxmlformats.org/officeDocument/2006/relationships/image"/><Relationship Id="rId29" Target="../media/image254.png" Type="http://schemas.openxmlformats.org/officeDocument/2006/relationships/image"/><Relationship Id="rId3" Target="../media/image2.png" Type="http://schemas.openxmlformats.org/officeDocument/2006/relationships/image"/><Relationship Id="rId30" Target="../media/image255.png" Type="http://schemas.openxmlformats.org/officeDocument/2006/relationships/image"/><Relationship Id="rId31" Target="../media/image256.png" Type="http://schemas.openxmlformats.org/officeDocument/2006/relationships/image"/><Relationship Id="rId32" Target="../media/image257.png" Type="http://schemas.openxmlformats.org/officeDocument/2006/relationships/image"/><Relationship Id="rId33" Target="../media/image258.png" Type="http://schemas.openxmlformats.org/officeDocument/2006/relationships/image"/><Relationship Id="rId34" Target="../media/image259.png" Type="http://schemas.openxmlformats.org/officeDocument/2006/relationships/image"/><Relationship Id="rId35" Target="../media/image260.png" Type="http://schemas.openxmlformats.org/officeDocument/2006/relationships/image"/><Relationship Id="rId36" Target="../media/image261.png" Type="http://schemas.openxmlformats.org/officeDocument/2006/relationships/image"/><Relationship Id="rId37" Target="../media/image262.png" Type="http://schemas.openxmlformats.org/officeDocument/2006/relationships/image"/><Relationship Id="rId38" Target="../media/image263.png" Type="http://schemas.openxmlformats.org/officeDocument/2006/relationships/image"/><Relationship Id="rId39" Target="../media/image264.png" Type="http://schemas.openxmlformats.org/officeDocument/2006/relationships/image"/><Relationship Id="rId4" Target="../media/image3.png" Type="http://schemas.openxmlformats.org/officeDocument/2006/relationships/image"/><Relationship Id="rId40" Target="../media/image265.png" Type="http://schemas.openxmlformats.org/officeDocument/2006/relationships/image"/><Relationship Id="rId41" Target="../media/image266.png" Type="http://schemas.openxmlformats.org/officeDocument/2006/relationships/image"/><Relationship Id="rId42" Target="../media/image267.png" Type="http://schemas.openxmlformats.org/officeDocument/2006/relationships/image"/><Relationship Id="rId43" Target="../media/image268.png" Type="http://schemas.openxmlformats.org/officeDocument/2006/relationships/image"/><Relationship Id="rId44" Target="../media/image269.png" Type="http://schemas.openxmlformats.org/officeDocument/2006/relationships/image"/><Relationship Id="rId45" Target="../media/image270.png" Type="http://schemas.openxmlformats.org/officeDocument/2006/relationships/image"/><Relationship Id="rId46" Target="../media/image271.png" Type="http://schemas.openxmlformats.org/officeDocument/2006/relationships/image"/><Relationship Id="rId47" Target="../media/image272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46.png" Type="http://schemas.openxmlformats.org/officeDocument/2006/relationships/image"/><Relationship Id="rId9" Target="../media/image2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4.png" Type="http://schemas.openxmlformats.org/officeDocument/2006/relationships/image"/><Relationship Id="rId11" Target="../media/image38.png" Type="http://schemas.openxmlformats.org/officeDocument/2006/relationships/image"/><Relationship Id="rId12" Target="../media/image275.png" Type="http://schemas.openxmlformats.org/officeDocument/2006/relationships/image"/><Relationship Id="rId13" Target="../media/image34.png" Type="http://schemas.openxmlformats.org/officeDocument/2006/relationships/image"/><Relationship Id="rId14" Target="../media/image276.png" Type="http://schemas.openxmlformats.org/officeDocument/2006/relationships/image"/><Relationship Id="rId15" Target="../media/image277.png" Type="http://schemas.openxmlformats.org/officeDocument/2006/relationships/image"/><Relationship Id="rId16" Target="../media/image278.png" Type="http://schemas.openxmlformats.org/officeDocument/2006/relationships/image"/><Relationship Id="rId17" Target="../media/image44.png" Type="http://schemas.openxmlformats.org/officeDocument/2006/relationships/image"/><Relationship Id="rId18" Target="../media/image279.png" Type="http://schemas.openxmlformats.org/officeDocument/2006/relationships/image"/><Relationship Id="rId19" Target="../media/image4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273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1.png" Type="http://schemas.openxmlformats.org/officeDocument/2006/relationships/image"/><Relationship Id="rId11" Target="../media/image12.png" Type="http://schemas.openxmlformats.org/officeDocument/2006/relationships/image"/><Relationship Id="rId12" Target="../media/image282.png" Type="http://schemas.openxmlformats.org/officeDocument/2006/relationships/image"/><Relationship Id="rId13" Target="../media/image283.png" Type="http://schemas.openxmlformats.org/officeDocument/2006/relationships/image"/><Relationship Id="rId14" Target="../media/image284.png" Type="http://schemas.openxmlformats.org/officeDocument/2006/relationships/image"/><Relationship Id="rId15" Target="../media/image285.png" Type="http://schemas.openxmlformats.org/officeDocument/2006/relationships/image"/><Relationship Id="rId16" Target="../media/image286.png" Type="http://schemas.openxmlformats.org/officeDocument/2006/relationships/image"/><Relationship Id="rId17" Target="../media/image287.png" Type="http://schemas.openxmlformats.org/officeDocument/2006/relationships/image"/><Relationship Id="rId18" Target="../media/image288.png" Type="http://schemas.openxmlformats.org/officeDocument/2006/relationships/image"/><Relationship Id="rId19" Target="../media/image289.png" Type="http://schemas.openxmlformats.org/officeDocument/2006/relationships/image"/><Relationship Id="rId2" Target="../media/image1.png" Type="http://schemas.openxmlformats.org/officeDocument/2006/relationships/image"/><Relationship Id="rId20" Target="../media/image290.png" Type="http://schemas.openxmlformats.org/officeDocument/2006/relationships/image"/><Relationship Id="rId21" Target="../media/image291.png" Type="http://schemas.openxmlformats.org/officeDocument/2006/relationships/image"/><Relationship Id="rId22" Target="../media/image292.png" Type="http://schemas.openxmlformats.org/officeDocument/2006/relationships/image"/><Relationship Id="rId23" Target="../media/image293.png" Type="http://schemas.openxmlformats.org/officeDocument/2006/relationships/image"/><Relationship Id="rId24" Target="../media/image294.png" Type="http://schemas.openxmlformats.org/officeDocument/2006/relationships/image"/><Relationship Id="rId25" Target="../media/image295.png" Type="http://schemas.openxmlformats.org/officeDocument/2006/relationships/image"/><Relationship Id="rId26" Target="../media/image296.png" Type="http://schemas.openxmlformats.org/officeDocument/2006/relationships/image"/><Relationship Id="rId27" Target="../media/image297.png" Type="http://schemas.openxmlformats.org/officeDocument/2006/relationships/image"/><Relationship Id="rId28" Target="../media/image298.png" Type="http://schemas.openxmlformats.org/officeDocument/2006/relationships/image"/><Relationship Id="rId29" Target="../media/image299.png" Type="http://schemas.openxmlformats.org/officeDocument/2006/relationships/image"/><Relationship Id="rId3" Target="../media/image2.png" Type="http://schemas.openxmlformats.org/officeDocument/2006/relationships/image"/><Relationship Id="rId30" Target="../media/image300.png" Type="http://schemas.openxmlformats.org/officeDocument/2006/relationships/image"/><Relationship Id="rId31" Target="../media/image301.png" Type="http://schemas.openxmlformats.org/officeDocument/2006/relationships/image"/><Relationship Id="rId32" Target="../media/image302.png" Type="http://schemas.openxmlformats.org/officeDocument/2006/relationships/image"/><Relationship Id="rId33" Target="../media/image303.png" Type="http://schemas.openxmlformats.org/officeDocument/2006/relationships/image"/><Relationship Id="rId34" Target="../media/image304.png" Type="http://schemas.openxmlformats.org/officeDocument/2006/relationships/image"/><Relationship Id="rId35" Target="../media/image305.png" Type="http://schemas.openxmlformats.org/officeDocument/2006/relationships/image"/><Relationship Id="rId36" Target="../media/image306.png" Type="http://schemas.openxmlformats.org/officeDocument/2006/relationships/image"/><Relationship Id="rId37" Target="../media/image307.png" Type="http://schemas.openxmlformats.org/officeDocument/2006/relationships/image"/><Relationship Id="rId38" Target="../media/image308.png" Type="http://schemas.openxmlformats.org/officeDocument/2006/relationships/image"/><Relationship Id="rId39" Target="../media/image309.png" Type="http://schemas.openxmlformats.org/officeDocument/2006/relationships/image"/><Relationship Id="rId4" Target="../media/image3.png" Type="http://schemas.openxmlformats.org/officeDocument/2006/relationships/image"/><Relationship Id="rId40" Target="../media/image310.png" Type="http://schemas.openxmlformats.org/officeDocument/2006/relationships/image"/><Relationship Id="rId41" Target="../media/image311.png" Type="http://schemas.openxmlformats.org/officeDocument/2006/relationships/image"/><Relationship Id="rId42" Target="../media/image312.png" Type="http://schemas.openxmlformats.org/officeDocument/2006/relationships/image"/><Relationship Id="rId43" Target="../media/image31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46.png" Type="http://schemas.openxmlformats.org/officeDocument/2006/relationships/image"/><Relationship Id="rId9" Target="../media/image28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1.png" Type="http://schemas.openxmlformats.org/officeDocument/2006/relationships/image"/><Relationship Id="rId11" Target="../media/image12.png" Type="http://schemas.openxmlformats.org/officeDocument/2006/relationships/image"/><Relationship Id="rId12" Target="../media/image315.png" Type="http://schemas.openxmlformats.org/officeDocument/2006/relationships/image"/><Relationship Id="rId13" Target="../media/image316.png" Type="http://schemas.openxmlformats.org/officeDocument/2006/relationships/image"/><Relationship Id="rId14" Target="../media/image317.png" Type="http://schemas.openxmlformats.org/officeDocument/2006/relationships/image"/><Relationship Id="rId15" Target="../media/image318.png" Type="http://schemas.openxmlformats.org/officeDocument/2006/relationships/image"/><Relationship Id="rId16" Target="../media/image319.png" Type="http://schemas.openxmlformats.org/officeDocument/2006/relationships/image"/><Relationship Id="rId17" Target="../media/image320.png" Type="http://schemas.openxmlformats.org/officeDocument/2006/relationships/image"/><Relationship Id="rId18" Target="../media/image321.png" Type="http://schemas.openxmlformats.org/officeDocument/2006/relationships/image"/><Relationship Id="rId19" Target="../media/image322.png" Type="http://schemas.openxmlformats.org/officeDocument/2006/relationships/image"/><Relationship Id="rId2" Target="../media/image1.png" Type="http://schemas.openxmlformats.org/officeDocument/2006/relationships/image"/><Relationship Id="rId20" Target="../media/image323.png" Type="http://schemas.openxmlformats.org/officeDocument/2006/relationships/image"/><Relationship Id="rId21" Target="../media/image324.png" Type="http://schemas.openxmlformats.org/officeDocument/2006/relationships/image"/><Relationship Id="rId22" Target="../media/image325.png" Type="http://schemas.openxmlformats.org/officeDocument/2006/relationships/image"/><Relationship Id="rId23" Target="../media/image326.png" Type="http://schemas.openxmlformats.org/officeDocument/2006/relationships/image"/><Relationship Id="rId24" Target="../media/image327.png" Type="http://schemas.openxmlformats.org/officeDocument/2006/relationships/image"/><Relationship Id="rId25" Target="../media/image328.png" Type="http://schemas.openxmlformats.org/officeDocument/2006/relationships/image"/><Relationship Id="rId26" Target="../media/image329.png" Type="http://schemas.openxmlformats.org/officeDocument/2006/relationships/image"/><Relationship Id="rId27" Target="../media/image330.png" Type="http://schemas.openxmlformats.org/officeDocument/2006/relationships/image"/><Relationship Id="rId28" Target="../media/image331.png" Type="http://schemas.openxmlformats.org/officeDocument/2006/relationships/image"/><Relationship Id="rId29" Target="../media/image332.png" Type="http://schemas.openxmlformats.org/officeDocument/2006/relationships/image"/><Relationship Id="rId3" Target="../media/image2.png" Type="http://schemas.openxmlformats.org/officeDocument/2006/relationships/image"/><Relationship Id="rId30" Target="../media/image333.png" Type="http://schemas.openxmlformats.org/officeDocument/2006/relationships/image"/><Relationship Id="rId31" Target="../media/image334.png" Type="http://schemas.openxmlformats.org/officeDocument/2006/relationships/image"/><Relationship Id="rId32" Target="../media/image335.png" Type="http://schemas.openxmlformats.org/officeDocument/2006/relationships/image"/><Relationship Id="rId33" Target="../media/image336.png" Type="http://schemas.openxmlformats.org/officeDocument/2006/relationships/image"/><Relationship Id="rId34" Target="../media/image337.png" Type="http://schemas.openxmlformats.org/officeDocument/2006/relationships/image"/><Relationship Id="rId35" Target="../media/image338.png" Type="http://schemas.openxmlformats.org/officeDocument/2006/relationships/image"/><Relationship Id="rId36" Target="../media/image339.png" Type="http://schemas.openxmlformats.org/officeDocument/2006/relationships/image"/><Relationship Id="rId37" Target="../media/image340.png" Type="http://schemas.openxmlformats.org/officeDocument/2006/relationships/image"/><Relationship Id="rId38" Target="../media/image34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46.png" Type="http://schemas.openxmlformats.org/officeDocument/2006/relationships/image"/><Relationship Id="rId9" Target="../media/image3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1.png" Type="http://schemas.openxmlformats.org/officeDocument/2006/relationships/image"/><Relationship Id="rId11" Target="../media/image12.png" Type="http://schemas.openxmlformats.org/officeDocument/2006/relationships/image"/><Relationship Id="rId12" Target="../media/image343.png" Type="http://schemas.openxmlformats.org/officeDocument/2006/relationships/image"/><Relationship Id="rId13" Target="../media/image344.png" Type="http://schemas.openxmlformats.org/officeDocument/2006/relationships/image"/><Relationship Id="rId14" Target="../media/image345.png" Type="http://schemas.openxmlformats.org/officeDocument/2006/relationships/image"/><Relationship Id="rId15" Target="../media/image346.png" Type="http://schemas.openxmlformats.org/officeDocument/2006/relationships/image"/><Relationship Id="rId16" Target="../media/image347.png" Type="http://schemas.openxmlformats.org/officeDocument/2006/relationships/image"/><Relationship Id="rId17" Target="../media/image348.png" Type="http://schemas.openxmlformats.org/officeDocument/2006/relationships/image"/><Relationship Id="rId18" Target="../media/image349.png" Type="http://schemas.openxmlformats.org/officeDocument/2006/relationships/image"/><Relationship Id="rId19" Target="../media/image350.png" Type="http://schemas.openxmlformats.org/officeDocument/2006/relationships/image"/><Relationship Id="rId2" Target="../media/image1.png" Type="http://schemas.openxmlformats.org/officeDocument/2006/relationships/image"/><Relationship Id="rId20" Target="../media/image351.png" Type="http://schemas.openxmlformats.org/officeDocument/2006/relationships/image"/><Relationship Id="rId21" Target="../media/image352.png" Type="http://schemas.openxmlformats.org/officeDocument/2006/relationships/image"/><Relationship Id="rId22" Target="../media/image353.png" Type="http://schemas.openxmlformats.org/officeDocument/2006/relationships/image"/><Relationship Id="rId23" Target="../media/image354.png" Type="http://schemas.openxmlformats.org/officeDocument/2006/relationships/image"/><Relationship Id="rId24" Target="../media/image355.png" Type="http://schemas.openxmlformats.org/officeDocument/2006/relationships/image"/><Relationship Id="rId25" Target="../media/image356.png" Type="http://schemas.openxmlformats.org/officeDocument/2006/relationships/image"/><Relationship Id="rId26" Target="../media/image357.png" Type="http://schemas.openxmlformats.org/officeDocument/2006/relationships/image"/><Relationship Id="rId27" Target="../media/image358.png" Type="http://schemas.openxmlformats.org/officeDocument/2006/relationships/image"/><Relationship Id="rId28" Target="../media/image359.png" Type="http://schemas.openxmlformats.org/officeDocument/2006/relationships/image"/><Relationship Id="rId29" Target="../media/image360.png" Type="http://schemas.openxmlformats.org/officeDocument/2006/relationships/image"/><Relationship Id="rId3" Target="../media/image2.png" Type="http://schemas.openxmlformats.org/officeDocument/2006/relationships/image"/><Relationship Id="rId30" Target="../media/image361.png" Type="http://schemas.openxmlformats.org/officeDocument/2006/relationships/image"/><Relationship Id="rId31" Target="../media/image362.png" Type="http://schemas.openxmlformats.org/officeDocument/2006/relationships/image"/><Relationship Id="rId32" Target="../media/image363.png" Type="http://schemas.openxmlformats.org/officeDocument/2006/relationships/image"/><Relationship Id="rId33" Target="../media/image336.png" Type="http://schemas.openxmlformats.org/officeDocument/2006/relationships/image"/><Relationship Id="rId34" Target="../media/image337.png" Type="http://schemas.openxmlformats.org/officeDocument/2006/relationships/image"/><Relationship Id="rId35" Target="../media/image364.png" Type="http://schemas.openxmlformats.org/officeDocument/2006/relationships/image"/><Relationship Id="rId36" Target="../media/image365.png" Type="http://schemas.openxmlformats.org/officeDocument/2006/relationships/image"/><Relationship Id="rId37" Target="../media/image366.png" Type="http://schemas.openxmlformats.org/officeDocument/2006/relationships/image"/><Relationship Id="rId38" Target="../media/image367.png" Type="http://schemas.openxmlformats.org/officeDocument/2006/relationships/image"/><Relationship Id="rId39" Target="../media/image368.png" Type="http://schemas.openxmlformats.org/officeDocument/2006/relationships/image"/><Relationship Id="rId4" Target="../media/image3.png" Type="http://schemas.openxmlformats.org/officeDocument/2006/relationships/image"/><Relationship Id="rId40" Target="../media/image369.png" Type="http://schemas.openxmlformats.org/officeDocument/2006/relationships/image"/><Relationship Id="rId41" Target="../media/image370.png" Type="http://schemas.openxmlformats.org/officeDocument/2006/relationships/image"/><Relationship Id="rId42" Target="../media/image371.png" Type="http://schemas.openxmlformats.org/officeDocument/2006/relationships/image"/><Relationship Id="rId43" Target="../media/image372.png" Type="http://schemas.openxmlformats.org/officeDocument/2006/relationships/image"/><Relationship Id="rId44" Target="../media/image373.png" Type="http://schemas.openxmlformats.org/officeDocument/2006/relationships/image"/><Relationship Id="rId45" Target="../media/image374.png" Type="http://schemas.openxmlformats.org/officeDocument/2006/relationships/image"/><Relationship Id="rId46" Target="../media/image375.png" Type="http://schemas.openxmlformats.org/officeDocument/2006/relationships/image"/><Relationship Id="rId47" Target="../media/image376.png" Type="http://schemas.openxmlformats.org/officeDocument/2006/relationships/image"/><Relationship Id="rId48" Target="../media/image377.png" Type="http://schemas.openxmlformats.org/officeDocument/2006/relationships/image"/><Relationship Id="rId49" Target="../media/image378.png" Type="http://schemas.openxmlformats.org/officeDocument/2006/relationships/image"/><Relationship Id="rId5" Target="../media/image4.png" Type="http://schemas.openxmlformats.org/officeDocument/2006/relationships/image"/><Relationship Id="rId50" Target="../media/image379.png" Type="http://schemas.openxmlformats.org/officeDocument/2006/relationships/image"/><Relationship Id="rId51" Target="../media/image380.png" Type="http://schemas.openxmlformats.org/officeDocument/2006/relationships/image"/><Relationship Id="rId52" Target="../media/image381.png" Type="http://schemas.openxmlformats.org/officeDocument/2006/relationships/image"/><Relationship Id="rId53" Target="../media/image382.png" Type="http://schemas.openxmlformats.org/officeDocument/2006/relationships/image"/><Relationship Id="rId54" Target="../media/image383.png" Type="http://schemas.openxmlformats.org/officeDocument/2006/relationships/image"/><Relationship Id="rId55" Target="../media/image384.png" Type="http://schemas.openxmlformats.org/officeDocument/2006/relationships/image"/><Relationship Id="rId56" Target="../media/image385.png" Type="http://schemas.openxmlformats.org/officeDocument/2006/relationships/image"/><Relationship Id="rId57" Target="../media/image386.png" Type="http://schemas.openxmlformats.org/officeDocument/2006/relationships/image"/><Relationship Id="rId58" Target="../media/image387.png" Type="http://schemas.openxmlformats.org/officeDocument/2006/relationships/image"/><Relationship Id="rId59" Target="../media/image388.png" Type="http://schemas.openxmlformats.org/officeDocument/2006/relationships/image"/><Relationship Id="rId6" Target="../media/image5.png" Type="http://schemas.openxmlformats.org/officeDocument/2006/relationships/image"/><Relationship Id="rId60" Target="../media/image389.png" Type="http://schemas.openxmlformats.org/officeDocument/2006/relationships/image"/><Relationship Id="rId61" Target="../media/image390.png" Type="http://schemas.openxmlformats.org/officeDocument/2006/relationships/image"/><Relationship Id="rId62" Target="../media/image391.png" Type="http://schemas.openxmlformats.org/officeDocument/2006/relationships/image"/><Relationship Id="rId63" Target="../media/image392.png" Type="http://schemas.openxmlformats.org/officeDocument/2006/relationships/image"/><Relationship Id="rId64" Target="../media/image393.png" Type="http://schemas.openxmlformats.org/officeDocument/2006/relationships/image"/><Relationship Id="rId7" Target="../media/image6.png" Type="http://schemas.openxmlformats.org/officeDocument/2006/relationships/image"/><Relationship Id="rId8" Target="../media/image46.png" Type="http://schemas.openxmlformats.org/officeDocument/2006/relationships/image"/><Relationship Id="rId9" Target="../media/image34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5.png" Type="http://schemas.openxmlformats.org/officeDocument/2006/relationships/image"/><Relationship Id="rId11" Target="../media/image44.png" Type="http://schemas.openxmlformats.org/officeDocument/2006/relationships/image"/><Relationship Id="rId12" Target="../media/image396.png" Type="http://schemas.openxmlformats.org/officeDocument/2006/relationships/image"/><Relationship Id="rId13" Target="../media/image43.png" Type="http://schemas.openxmlformats.org/officeDocument/2006/relationships/image"/><Relationship Id="rId14" Target="../media/image397.png" Type="http://schemas.openxmlformats.org/officeDocument/2006/relationships/image"/><Relationship Id="rId15" Target="../media/image36.png" Type="http://schemas.openxmlformats.org/officeDocument/2006/relationships/image"/><Relationship Id="rId16" Target="../media/image398.png" Type="http://schemas.openxmlformats.org/officeDocument/2006/relationships/image"/><Relationship Id="rId17" Target="../media/image38.png" Type="http://schemas.openxmlformats.org/officeDocument/2006/relationships/image"/><Relationship Id="rId18" Target="../media/image399.png" Type="http://schemas.openxmlformats.org/officeDocument/2006/relationships/image"/><Relationship Id="rId19" Target="../media/image400.png" Type="http://schemas.openxmlformats.org/officeDocument/2006/relationships/image"/><Relationship Id="rId2" Target="../media/image1.png" Type="http://schemas.openxmlformats.org/officeDocument/2006/relationships/image"/><Relationship Id="rId20" Target="../media/image401.png" Type="http://schemas.openxmlformats.org/officeDocument/2006/relationships/image"/><Relationship Id="rId21" Target="../media/image402.png" Type="http://schemas.openxmlformats.org/officeDocument/2006/relationships/image"/><Relationship Id="rId22" Target="../media/image403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34.png" Type="http://schemas.openxmlformats.org/officeDocument/2006/relationships/image"/><Relationship Id="rId9" Target="../media/image39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4.png" Type="http://schemas.openxmlformats.org/officeDocument/2006/relationships/image"/><Relationship Id="rId11" Target="../media/image405.png" Type="http://schemas.openxmlformats.org/officeDocument/2006/relationships/image"/><Relationship Id="rId12" Target="../media/image406.png" Type="http://schemas.openxmlformats.org/officeDocument/2006/relationships/image"/><Relationship Id="rId13" Target="../media/image407.png" Type="http://schemas.openxmlformats.org/officeDocument/2006/relationships/image"/><Relationship Id="rId14" Target="../media/image408.png" Type="http://schemas.openxmlformats.org/officeDocument/2006/relationships/image"/><Relationship Id="rId15" Target="../media/image409.png" Type="http://schemas.openxmlformats.org/officeDocument/2006/relationships/image"/><Relationship Id="rId16" Target="../media/image410.png" Type="http://schemas.openxmlformats.org/officeDocument/2006/relationships/image"/><Relationship Id="rId17" Target="../media/image411.png" Type="http://schemas.openxmlformats.org/officeDocument/2006/relationships/image"/><Relationship Id="rId18" Target="../media/image412.png" Type="http://schemas.openxmlformats.org/officeDocument/2006/relationships/image"/><Relationship Id="rId19" Target="../media/image413.png" Type="http://schemas.openxmlformats.org/officeDocument/2006/relationships/image"/><Relationship Id="rId2" Target="../media/image12.png" Type="http://schemas.openxmlformats.org/officeDocument/2006/relationships/image"/><Relationship Id="rId20" Target="../media/image414.png" Type="http://schemas.openxmlformats.org/officeDocument/2006/relationships/image"/><Relationship Id="rId21" Target="../media/image415.png" Type="http://schemas.openxmlformats.org/officeDocument/2006/relationships/image"/><Relationship Id="rId22" Target="../media/image416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7.png" Type="http://schemas.openxmlformats.org/officeDocument/2006/relationships/image"/><Relationship Id="rId11" Target="../media/image405.png" Type="http://schemas.openxmlformats.org/officeDocument/2006/relationships/image"/><Relationship Id="rId12" Target="../media/image418.png" Type="http://schemas.openxmlformats.org/officeDocument/2006/relationships/image"/><Relationship Id="rId13" Target="../media/image419.png" Type="http://schemas.openxmlformats.org/officeDocument/2006/relationships/image"/><Relationship Id="rId14" Target="../media/image420.png" Type="http://schemas.openxmlformats.org/officeDocument/2006/relationships/image"/><Relationship Id="rId15" Target="../media/image421.png" Type="http://schemas.openxmlformats.org/officeDocument/2006/relationships/image"/><Relationship Id="rId16" Target="../media/image422.png" Type="http://schemas.openxmlformats.org/officeDocument/2006/relationships/image"/><Relationship Id="rId17" Target="../media/image423.png" Type="http://schemas.openxmlformats.org/officeDocument/2006/relationships/image"/><Relationship Id="rId18" Target="../media/image424.png" Type="http://schemas.openxmlformats.org/officeDocument/2006/relationships/image"/><Relationship Id="rId19" Target="../media/image425.png" Type="http://schemas.openxmlformats.org/officeDocument/2006/relationships/image"/><Relationship Id="rId2" Target="../media/image12.png" Type="http://schemas.openxmlformats.org/officeDocument/2006/relationships/image"/><Relationship Id="rId20" Target="../media/image426.png" Type="http://schemas.openxmlformats.org/officeDocument/2006/relationships/image"/><Relationship Id="rId21" Target="../media/image427.png" Type="http://schemas.openxmlformats.org/officeDocument/2006/relationships/image"/><Relationship Id="rId22" Target="../media/image428.png" Type="http://schemas.openxmlformats.org/officeDocument/2006/relationships/image"/><Relationship Id="rId23" Target="../media/image429.png" Type="http://schemas.openxmlformats.org/officeDocument/2006/relationships/image"/><Relationship Id="rId24" Target="../media/image430.png" Type="http://schemas.openxmlformats.org/officeDocument/2006/relationships/image"/><Relationship Id="rId25" Target="../media/image431.png" Type="http://schemas.openxmlformats.org/officeDocument/2006/relationships/image"/><Relationship Id="rId26" Target="../media/image432.png" Type="http://schemas.openxmlformats.org/officeDocument/2006/relationships/image"/><Relationship Id="rId27" Target="../media/image433.png" Type="http://schemas.openxmlformats.org/officeDocument/2006/relationships/image"/><Relationship Id="rId28" Target="../media/image434.png" Type="http://schemas.openxmlformats.org/officeDocument/2006/relationships/image"/><Relationship Id="rId29" Target="../media/image435.png" Type="http://schemas.openxmlformats.org/officeDocument/2006/relationships/image"/><Relationship Id="rId3" Target="../media/image1.png" Type="http://schemas.openxmlformats.org/officeDocument/2006/relationships/image"/><Relationship Id="rId30" Target="../media/image436.png" Type="http://schemas.openxmlformats.org/officeDocument/2006/relationships/image"/><Relationship Id="rId31" Target="../media/image437.png" Type="http://schemas.openxmlformats.org/officeDocument/2006/relationships/image"/><Relationship Id="rId32" Target="../media/image438.png" Type="http://schemas.openxmlformats.org/officeDocument/2006/relationships/image"/><Relationship Id="rId33" Target="../media/image439.png" Type="http://schemas.openxmlformats.org/officeDocument/2006/relationships/image"/><Relationship Id="rId34" Target="../media/image440.png" Type="http://schemas.openxmlformats.org/officeDocument/2006/relationships/image"/><Relationship Id="rId35" Target="../media/image441.png" Type="http://schemas.openxmlformats.org/officeDocument/2006/relationships/image"/><Relationship Id="rId36" Target="../media/image442.png" Type="http://schemas.openxmlformats.org/officeDocument/2006/relationships/image"/><Relationship Id="rId37" Target="../media/image443.png" Type="http://schemas.openxmlformats.org/officeDocument/2006/relationships/image"/><Relationship Id="rId38" Target="../media/image444.png" Type="http://schemas.openxmlformats.org/officeDocument/2006/relationships/image"/><Relationship Id="rId39" Target="../media/image445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46.png" Type="http://schemas.openxmlformats.org/officeDocument/2006/relationships/image"/><Relationship Id="rId12" Target="../media/image448.png" Type="http://schemas.openxmlformats.org/officeDocument/2006/relationships/image"/><Relationship Id="rId13" Target="../media/image405.png" Type="http://schemas.openxmlformats.org/officeDocument/2006/relationships/image"/><Relationship Id="rId14" Target="../media/image449.png" Type="http://schemas.openxmlformats.org/officeDocument/2006/relationships/image"/><Relationship Id="rId15" Target="../media/image450.png" Type="http://schemas.openxmlformats.org/officeDocument/2006/relationships/image"/><Relationship Id="rId16" Target="../media/image109.png" Type="http://schemas.openxmlformats.org/officeDocument/2006/relationships/image"/><Relationship Id="rId17" Target="../media/image451.png" Type="http://schemas.openxmlformats.org/officeDocument/2006/relationships/image"/><Relationship Id="rId18" Target="../media/image452.png" Type="http://schemas.openxmlformats.org/officeDocument/2006/relationships/image"/><Relationship Id="rId19" Target="../media/image453.png" Type="http://schemas.openxmlformats.org/officeDocument/2006/relationships/image"/><Relationship Id="rId2" Target="../media/image446.png" Type="http://schemas.openxmlformats.org/officeDocument/2006/relationships/image"/><Relationship Id="rId20" Target="../media/image454.png" Type="http://schemas.openxmlformats.org/officeDocument/2006/relationships/image"/><Relationship Id="rId21" Target="../media/image93.png" Type="http://schemas.openxmlformats.org/officeDocument/2006/relationships/image"/><Relationship Id="rId22" Target="../media/image455.png" Type="http://schemas.openxmlformats.org/officeDocument/2006/relationships/image"/><Relationship Id="rId23" Target="../media/image456.png" Type="http://schemas.openxmlformats.org/officeDocument/2006/relationships/image"/><Relationship Id="rId24" Target="../media/image457.png" Type="http://schemas.openxmlformats.org/officeDocument/2006/relationships/image"/><Relationship Id="rId25" Target="../media/image458.png" Type="http://schemas.openxmlformats.org/officeDocument/2006/relationships/image"/><Relationship Id="rId26" Target="../media/image119.png" Type="http://schemas.openxmlformats.org/officeDocument/2006/relationships/image"/><Relationship Id="rId27" Target="../media/image459.png" Type="http://schemas.openxmlformats.org/officeDocument/2006/relationships/image"/><Relationship Id="rId28" Target="../media/image460.png" Type="http://schemas.openxmlformats.org/officeDocument/2006/relationships/image"/><Relationship Id="rId29" Target="../media/image461.png" Type="http://schemas.openxmlformats.org/officeDocument/2006/relationships/image"/><Relationship Id="rId3" Target="../media/image447.png" Type="http://schemas.openxmlformats.org/officeDocument/2006/relationships/image"/><Relationship Id="rId30" Target="../media/image462.png" Type="http://schemas.openxmlformats.org/officeDocument/2006/relationships/image"/><Relationship Id="rId31" Target="../media/image463.png" Type="http://schemas.openxmlformats.org/officeDocument/2006/relationships/image"/><Relationship Id="rId32" Target="../media/image464.png" Type="http://schemas.openxmlformats.org/officeDocument/2006/relationships/image"/><Relationship Id="rId33" Target="../media/image465.png" Type="http://schemas.openxmlformats.org/officeDocument/2006/relationships/image"/><Relationship Id="rId34" Target="../media/image466.png" Type="http://schemas.openxmlformats.org/officeDocument/2006/relationships/image"/><Relationship Id="rId35" Target="../media/image467.png" Type="http://schemas.openxmlformats.org/officeDocument/2006/relationships/image"/><Relationship Id="rId36" Target="../media/image468.png" Type="http://schemas.openxmlformats.org/officeDocument/2006/relationships/image"/><Relationship Id="rId37" Target="../media/image469.png" Type="http://schemas.openxmlformats.org/officeDocument/2006/relationships/image"/><Relationship Id="rId38" Target="../media/image470.png" Type="http://schemas.openxmlformats.org/officeDocument/2006/relationships/image"/><Relationship Id="rId39" Target="../media/image471.png" Type="http://schemas.openxmlformats.org/officeDocument/2006/relationships/image"/><Relationship Id="rId4" Target="../media/image12.png" Type="http://schemas.openxmlformats.org/officeDocument/2006/relationships/image"/><Relationship Id="rId40" Target="../media/image472.png" Type="http://schemas.openxmlformats.org/officeDocument/2006/relationships/image"/><Relationship Id="rId41" Target="../media/image473.png" Type="http://schemas.openxmlformats.org/officeDocument/2006/relationships/image"/><Relationship Id="rId42" Target="../media/image474.png" Type="http://schemas.openxmlformats.org/officeDocument/2006/relationships/image"/><Relationship Id="rId43" Target="../media/image475.png" Type="http://schemas.openxmlformats.org/officeDocument/2006/relationships/image"/><Relationship Id="rId44" Target="../media/image476.png" Type="http://schemas.openxmlformats.org/officeDocument/2006/relationships/image"/><Relationship Id="rId45" Target="../media/image477.png" Type="http://schemas.openxmlformats.org/officeDocument/2006/relationships/image"/><Relationship Id="rId46" Target="../media/image478.png" Type="http://schemas.openxmlformats.org/officeDocument/2006/relationships/image"/><Relationship Id="rId47" Target="../media/image479.png" Type="http://schemas.openxmlformats.org/officeDocument/2006/relationships/image"/><Relationship Id="rId48" Target="../media/image480.png" Type="http://schemas.openxmlformats.org/officeDocument/2006/relationships/image"/><Relationship Id="rId49" Target="../media/image481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46.png" Type="http://schemas.openxmlformats.org/officeDocument/2006/relationships/image"/><Relationship Id="rId12" Target="../media/image484.png" Type="http://schemas.openxmlformats.org/officeDocument/2006/relationships/image"/><Relationship Id="rId13" Target="../media/image405.png" Type="http://schemas.openxmlformats.org/officeDocument/2006/relationships/image"/><Relationship Id="rId14" Target="../media/image485.png" Type="http://schemas.openxmlformats.org/officeDocument/2006/relationships/image"/><Relationship Id="rId15" Target="../media/image486.png" Type="http://schemas.openxmlformats.org/officeDocument/2006/relationships/image"/><Relationship Id="rId16" Target="../media/image487.png" Type="http://schemas.openxmlformats.org/officeDocument/2006/relationships/image"/><Relationship Id="rId17" Target="../media/image488.png" Type="http://schemas.openxmlformats.org/officeDocument/2006/relationships/image"/><Relationship Id="rId18" Target="../media/image489.png" Type="http://schemas.openxmlformats.org/officeDocument/2006/relationships/image"/><Relationship Id="rId19" Target="../media/image490.png" Type="http://schemas.openxmlformats.org/officeDocument/2006/relationships/image"/><Relationship Id="rId2" Target="../media/image482.png" Type="http://schemas.openxmlformats.org/officeDocument/2006/relationships/image"/><Relationship Id="rId20" Target="../media/image491.png" Type="http://schemas.openxmlformats.org/officeDocument/2006/relationships/image"/><Relationship Id="rId21" Target="../media/image492.png" Type="http://schemas.openxmlformats.org/officeDocument/2006/relationships/image"/><Relationship Id="rId22" Target="../media/image493.png" Type="http://schemas.openxmlformats.org/officeDocument/2006/relationships/image"/><Relationship Id="rId23" Target="../media/image494.png" Type="http://schemas.openxmlformats.org/officeDocument/2006/relationships/image"/><Relationship Id="rId24" Target="../media/image495.png" Type="http://schemas.openxmlformats.org/officeDocument/2006/relationships/image"/><Relationship Id="rId25" Target="../media/image496.png" Type="http://schemas.openxmlformats.org/officeDocument/2006/relationships/image"/><Relationship Id="rId26" Target="../media/image497.png" Type="http://schemas.openxmlformats.org/officeDocument/2006/relationships/image"/><Relationship Id="rId27" Target="../media/image498.png" Type="http://schemas.openxmlformats.org/officeDocument/2006/relationships/image"/><Relationship Id="rId28" Target="../media/image499.png" Type="http://schemas.openxmlformats.org/officeDocument/2006/relationships/image"/><Relationship Id="rId29" Target="../media/image500.png" Type="http://schemas.openxmlformats.org/officeDocument/2006/relationships/image"/><Relationship Id="rId3" Target="../media/image483.png" Type="http://schemas.openxmlformats.org/officeDocument/2006/relationships/image"/><Relationship Id="rId30" Target="../media/image501.png" Type="http://schemas.openxmlformats.org/officeDocument/2006/relationships/image"/><Relationship Id="rId31" Target="../media/image502.png" Type="http://schemas.openxmlformats.org/officeDocument/2006/relationships/image"/><Relationship Id="rId32" Target="../media/image503.png" Type="http://schemas.openxmlformats.org/officeDocument/2006/relationships/image"/><Relationship Id="rId33" Target="../media/image504.png" Type="http://schemas.openxmlformats.org/officeDocument/2006/relationships/image"/><Relationship Id="rId34" Target="../media/image505.png" Type="http://schemas.openxmlformats.org/officeDocument/2006/relationships/image"/><Relationship Id="rId35" Target="../media/image506.png" Type="http://schemas.openxmlformats.org/officeDocument/2006/relationships/image"/><Relationship Id="rId36" Target="../media/image507.png" Type="http://schemas.openxmlformats.org/officeDocument/2006/relationships/image"/><Relationship Id="rId37" Target="../media/image508.png" Type="http://schemas.openxmlformats.org/officeDocument/2006/relationships/image"/><Relationship Id="rId38" Target="../media/image509.png" Type="http://schemas.openxmlformats.org/officeDocument/2006/relationships/image"/><Relationship Id="rId39" Target="../media/image510.png" Type="http://schemas.openxmlformats.org/officeDocument/2006/relationships/image"/><Relationship Id="rId4" Target="../media/image12.png" Type="http://schemas.openxmlformats.org/officeDocument/2006/relationships/image"/><Relationship Id="rId40" Target="../media/image511.png" Type="http://schemas.openxmlformats.org/officeDocument/2006/relationships/image"/><Relationship Id="rId41" Target="../media/image512.png" Type="http://schemas.openxmlformats.org/officeDocument/2006/relationships/image"/><Relationship Id="rId42" Target="../media/image513.png" Type="http://schemas.openxmlformats.org/officeDocument/2006/relationships/image"/><Relationship Id="rId43" Target="../media/image514.png" Type="http://schemas.openxmlformats.org/officeDocument/2006/relationships/image"/><Relationship Id="rId44" Target="../media/image515.png" Type="http://schemas.openxmlformats.org/officeDocument/2006/relationships/image"/><Relationship Id="rId45" Target="../media/image516.png" Type="http://schemas.openxmlformats.org/officeDocument/2006/relationships/image"/><Relationship Id="rId46" Target="../media/image517.png" Type="http://schemas.openxmlformats.org/officeDocument/2006/relationships/image"/><Relationship Id="rId47" Target="../media/image518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9.png" Type="http://schemas.openxmlformats.org/officeDocument/2006/relationships/image"/><Relationship Id="rId11" Target="../media/image405.png" Type="http://schemas.openxmlformats.org/officeDocument/2006/relationships/image"/><Relationship Id="rId12" Target="../media/image520.png" Type="http://schemas.openxmlformats.org/officeDocument/2006/relationships/image"/><Relationship Id="rId13" Target="../media/image521.png" Type="http://schemas.openxmlformats.org/officeDocument/2006/relationships/image"/><Relationship Id="rId14" Target="../media/image522.png" Type="http://schemas.openxmlformats.org/officeDocument/2006/relationships/image"/><Relationship Id="rId15" Target="../media/image523.png" Type="http://schemas.openxmlformats.org/officeDocument/2006/relationships/image"/><Relationship Id="rId16" Target="../media/image487.png" Type="http://schemas.openxmlformats.org/officeDocument/2006/relationships/image"/><Relationship Id="rId17" Target="../media/image524.png" Type="http://schemas.openxmlformats.org/officeDocument/2006/relationships/image"/><Relationship Id="rId18" Target="../media/image525.png" Type="http://schemas.openxmlformats.org/officeDocument/2006/relationships/image"/><Relationship Id="rId19" Target="../media/image526.png" Type="http://schemas.openxmlformats.org/officeDocument/2006/relationships/image"/><Relationship Id="rId2" Target="../media/image12.png" Type="http://schemas.openxmlformats.org/officeDocument/2006/relationships/image"/><Relationship Id="rId20" Target="../media/image527.png" Type="http://schemas.openxmlformats.org/officeDocument/2006/relationships/image"/><Relationship Id="rId21" Target="../media/image528.png" Type="http://schemas.openxmlformats.org/officeDocument/2006/relationships/image"/><Relationship Id="rId22" Target="../media/image529.png" Type="http://schemas.openxmlformats.org/officeDocument/2006/relationships/image"/><Relationship Id="rId23" Target="../media/image530.png" Type="http://schemas.openxmlformats.org/officeDocument/2006/relationships/image"/><Relationship Id="rId24" Target="../media/image53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2.png" Type="http://schemas.openxmlformats.org/officeDocument/2006/relationships/image"/><Relationship Id="rId11" Target="../media/image405.png" Type="http://schemas.openxmlformats.org/officeDocument/2006/relationships/image"/><Relationship Id="rId12" Target="../media/image533.png" Type="http://schemas.openxmlformats.org/officeDocument/2006/relationships/image"/><Relationship Id="rId13" Target="../media/image534.png" Type="http://schemas.openxmlformats.org/officeDocument/2006/relationships/image"/><Relationship Id="rId14" Target="../media/image535.png" Type="http://schemas.openxmlformats.org/officeDocument/2006/relationships/image"/><Relationship Id="rId15" Target="../media/image536.png" Type="http://schemas.openxmlformats.org/officeDocument/2006/relationships/image"/><Relationship Id="rId16" Target="../media/image537.png" Type="http://schemas.openxmlformats.org/officeDocument/2006/relationships/image"/><Relationship Id="rId17" Target="../media/image538.png" Type="http://schemas.openxmlformats.org/officeDocument/2006/relationships/image"/><Relationship Id="rId18" Target="../media/image539.png" Type="http://schemas.openxmlformats.org/officeDocument/2006/relationships/image"/><Relationship Id="rId19" Target="../media/image540.png" Type="http://schemas.openxmlformats.org/officeDocument/2006/relationships/image"/><Relationship Id="rId2" Target="../media/image12.png" Type="http://schemas.openxmlformats.org/officeDocument/2006/relationships/image"/><Relationship Id="rId20" Target="../media/image541.png" Type="http://schemas.openxmlformats.org/officeDocument/2006/relationships/image"/><Relationship Id="rId21" Target="../media/image542.png" Type="http://schemas.openxmlformats.org/officeDocument/2006/relationships/image"/><Relationship Id="rId22" Target="../media/image543.png" Type="http://schemas.openxmlformats.org/officeDocument/2006/relationships/image"/><Relationship Id="rId23" Target="../media/image544.png" Type="http://schemas.openxmlformats.org/officeDocument/2006/relationships/image"/><Relationship Id="rId24" Target="../media/image545.png" Type="http://schemas.openxmlformats.org/officeDocument/2006/relationships/image"/><Relationship Id="rId25" Target="../media/image546.png" Type="http://schemas.openxmlformats.org/officeDocument/2006/relationships/image"/><Relationship Id="rId26" Target="../media/image547.png" Type="http://schemas.openxmlformats.org/officeDocument/2006/relationships/image"/><Relationship Id="rId27" Target="../media/image548.png" Type="http://schemas.openxmlformats.org/officeDocument/2006/relationships/image"/><Relationship Id="rId28" Target="../media/image549.png" Type="http://schemas.openxmlformats.org/officeDocument/2006/relationships/image"/><Relationship Id="rId29" Target="../media/image550.png" Type="http://schemas.openxmlformats.org/officeDocument/2006/relationships/image"/><Relationship Id="rId3" Target="../media/image1.png" Type="http://schemas.openxmlformats.org/officeDocument/2006/relationships/image"/><Relationship Id="rId30" Target="../media/image551.png" Type="http://schemas.openxmlformats.org/officeDocument/2006/relationships/image"/><Relationship Id="rId31" Target="../media/image552.png" Type="http://schemas.openxmlformats.org/officeDocument/2006/relationships/image"/><Relationship Id="rId32" Target="../media/image553.png" Type="http://schemas.openxmlformats.org/officeDocument/2006/relationships/image"/><Relationship Id="rId33" Target="../media/image554.png" Type="http://schemas.openxmlformats.org/officeDocument/2006/relationships/image"/><Relationship Id="rId34" Target="../media/image555.png" Type="http://schemas.openxmlformats.org/officeDocument/2006/relationships/image"/><Relationship Id="rId35" Target="../media/image556.png" Type="http://schemas.openxmlformats.org/officeDocument/2006/relationships/image"/><Relationship Id="rId36" Target="../media/image557.png" Type="http://schemas.openxmlformats.org/officeDocument/2006/relationships/image"/><Relationship Id="rId37" Target="../media/image558.png" Type="http://schemas.openxmlformats.org/officeDocument/2006/relationships/image"/><Relationship Id="rId38" Target="../media/image559.png" Type="http://schemas.openxmlformats.org/officeDocument/2006/relationships/image"/><Relationship Id="rId39" Target="../media/image560.png" Type="http://schemas.openxmlformats.org/officeDocument/2006/relationships/image"/><Relationship Id="rId4" Target="../media/image2.png" Type="http://schemas.openxmlformats.org/officeDocument/2006/relationships/image"/><Relationship Id="rId40" Target="../media/image561.png" Type="http://schemas.openxmlformats.org/officeDocument/2006/relationships/image"/><Relationship Id="rId41" Target="../media/image562.png" Type="http://schemas.openxmlformats.org/officeDocument/2006/relationships/image"/><Relationship Id="rId42" Target="../media/image563.png" Type="http://schemas.openxmlformats.org/officeDocument/2006/relationships/image"/><Relationship Id="rId43" Target="../media/image564.png" Type="http://schemas.openxmlformats.org/officeDocument/2006/relationships/image"/><Relationship Id="rId44" Target="../media/image565.png" Type="http://schemas.openxmlformats.org/officeDocument/2006/relationships/image"/><Relationship Id="rId45" Target="../media/image566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5.png" Type="http://schemas.openxmlformats.org/officeDocument/2006/relationships/image"/><Relationship Id="rId11" Target="../media/image568.png" Type="http://schemas.openxmlformats.org/officeDocument/2006/relationships/image"/><Relationship Id="rId12" Target="../media/image569.png" Type="http://schemas.openxmlformats.org/officeDocument/2006/relationships/image"/><Relationship Id="rId13" Target="../media/image570.png" Type="http://schemas.openxmlformats.org/officeDocument/2006/relationships/image"/><Relationship Id="rId14" Target="../media/image571.png" Type="http://schemas.openxmlformats.org/officeDocument/2006/relationships/image"/><Relationship Id="rId15" Target="../media/image572.png" Type="http://schemas.openxmlformats.org/officeDocument/2006/relationships/image"/><Relationship Id="rId16" Target="../media/image573.png" Type="http://schemas.openxmlformats.org/officeDocument/2006/relationships/image"/><Relationship Id="rId17" Target="../media/image574.png" Type="http://schemas.openxmlformats.org/officeDocument/2006/relationships/image"/><Relationship Id="rId18" Target="../media/image575.png" Type="http://schemas.openxmlformats.org/officeDocument/2006/relationships/image"/><Relationship Id="rId19" Target="../media/image576.png" Type="http://schemas.openxmlformats.org/officeDocument/2006/relationships/image"/><Relationship Id="rId2" Target="../media/image12.png" Type="http://schemas.openxmlformats.org/officeDocument/2006/relationships/image"/><Relationship Id="rId20" Target="../media/image577.png" Type="http://schemas.openxmlformats.org/officeDocument/2006/relationships/image"/><Relationship Id="rId21" Target="../media/image578.png" Type="http://schemas.openxmlformats.org/officeDocument/2006/relationships/image"/><Relationship Id="rId22" Target="../media/image579.png" Type="http://schemas.openxmlformats.org/officeDocument/2006/relationships/image"/><Relationship Id="rId23" Target="../media/image580.png" Type="http://schemas.openxmlformats.org/officeDocument/2006/relationships/image"/><Relationship Id="rId24" Target="../media/image581.png" Type="http://schemas.openxmlformats.org/officeDocument/2006/relationships/image"/><Relationship Id="rId25" Target="../media/image582.png" Type="http://schemas.openxmlformats.org/officeDocument/2006/relationships/image"/><Relationship Id="rId26" Target="../media/image583.png" Type="http://schemas.openxmlformats.org/officeDocument/2006/relationships/image"/><Relationship Id="rId27" Target="../media/image584.png" Type="http://schemas.openxmlformats.org/officeDocument/2006/relationships/image"/><Relationship Id="rId28" Target="../media/image46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56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5.png" Type="http://schemas.openxmlformats.org/officeDocument/2006/relationships/image"/><Relationship Id="rId11" Target="../media/image405.png" Type="http://schemas.openxmlformats.org/officeDocument/2006/relationships/image"/><Relationship Id="rId12" Target="../media/image586.png" Type="http://schemas.openxmlformats.org/officeDocument/2006/relationships/image"/><Relationship Id="rId13" Target="../media/image587.png" Type="http://schemas.openxmlformats.org/officeDocument/2006/relationships/image"/><Relationship Id="rId14" Target="../media/image588.png" Type="http://schemas.openxmlformats.org/officeDocument/2006/relationships/image"/><Relationship Id="rId15" Target="../media/image589.png" Type="http://schemas.openxmlformats.org/officeDocument/2006/relationships/image"/><Relationship Id="rId16" Target="../media/image590.png" Type="http://schemas.openxmlformats.org/officeDocument/2006/relationships/image"/><Relationship Id="rId17" Target="../media/image591.png" Type="http://schemas.openxmlformats.org/officeDocument/2006/relationships/image"/><Relationship Id="rId18" Target="../media/image592.png" Type="http://schemas.openxmlformats.org/officeDocument/2006/relationships/image"/><Relationship Id="rId19" Target="../media/image593.png" Type="http://schemas.openxmlformats.org/officeDocument/2006/relationships/image"/><Relationship Id="rId2" Target="../media/image12.png" Type="http://schemas.openxmlformats.org/officeDocument/2006/relationships/image"/><Relationship Id="rId20" Target="../media/image594.png" Type="http://schemas.openxmlformats.org/officeDocument/2006/relationships/image"/><Relationship Id="rId21" Target="../media/image595.png" Type="http://schemas.openxmlformats.org/officeDocument/2006/relationships/image"/><Relationship Id="rId22" Target="../media/image596.png" Type="http://schemas.openxmlformats.org/officeDocument/2006/relationships/image"/><Relationship Id="rId23" Target="../media/image419.png" Type="http://schemas.openxmlformats.org/officeDocument/2006/relationships/image"/><Relationship Id="rId24" Target="../media/image597.png" Type="http://schemas.openxmlformats.org/officeDocument/2006/relationships/image"/><Relationship Id="rId25" Target="../media/image598.png" Type="http://schemas.openxmlformats.org/officeDocument/2006/relationships/image"/><Relationship Id="rId26" Target="../media/image599.png" Type="http://schemas.openxmlformats.org/officeDocument/2006/relationships/image"/><Relationship Id="rId27" Target="../media/image600.png" Type="http://schemas.openxmlformats.org/officeDocument/2006/relationships/image"/><Relationship Id="rId28" Target="../media/image601.png" Type="http://schemas.openxmlformats.org/officeDocument/2006/relationships/image"/><Relationship Id="rId29" Target="../media/image602.png" Type="http://schemas.openxmlformats.org/officeDocument/2006/relationships/image"/><Relationship Id="rId3" Target="../media/image1.png" Type="http://schemas.openxmlformats.org/officeDocument/2006/relationships/image"/><Relationship Id="rId30" Target="../media/image603.png" Type="http://schemas.openxmlformats.org/officeDocument/2006/relationships/image"/><Relationship Id="rId31" Target="../media/image604.png" Type="http://schemas.openxmlformats.org/officeDocument/2006/relationships/image"/><Relationship Id="rId32" Target="../media/image605.png" Type="http://schemas.openxmlformats.org/officeDocument/2006/relationships/image"/><Relationship Id="rId33" Target="../media/image606.png" Type="http://schemas.openxmlformats.org/officeDocument/2006/relationships/image"/><Relationship Id="rId34" Target="../media/image607.png" Type="http://schemas.openxmlformats.org/officeDocument/2006/relationships/image"/><Relationship Id="rId35" Target="../media/image608.png" Type="http://schemas.openxmlformats.org/officeDocument/2006/relationships/image"/><Relationship Id="rId36" Target="../media/image609.png" Type="http://schemas.openxmlformats.org/officeDocument/2006/relationships/image"/><Relationship Id="rId37" Target="../media/image610.png" Type="http://schemas.openxmlformats.org/officeDocument/2006/relationships/image"/><Relationship Id="rId38" Target="../media/image611.png" Type="http://schemas.openxmlformats.org/officeDocument/2006/relationships/image"/><Relationship Id="rId39" Target="../media/image612.png" Type="http://schemas.openxmlformats.org/officeDocument/2006/relationships/image"/><Relationship Id="rId4" Target="../media/image2.png" Type="http://schemas.openxmlformats.org/officeDocument/2006/relationships/image"/><Relationship Id="rId40" Target="../media/image613.png" Type="http://schemas.openxmlformats.org/officeDocument/2006/relationships/image"/><Relationship Id="rId41" Target="../media/image614.png" Type="http://schemas.openxmlformats.org/officeDocument/2006/relationships/image"/><Relationship Id="rId42" Target="../media/image615.png" Type="http://schemas.openxmlformats.org/officeDocument/2006/relationships/image"/><Relationship Id="rId43" Target="../media/image616.png" Type="http://schemas.openxmlformats.org/officeDocument/2006/relationships/image"/><Relationship Id="rId44" Target="../media/image617.png" Type="http://schemas.openxmlformats.org/officeDocument/2006/relationships/image"/><Relationship Id="rId45" Target="../media/image618.png" Type="http://schemas.openxmlformats.org/officeDocument/2006/relationships/image"/><Relationship Id="rId46" Target="../media/image619.png" Type="http://schemas.openxmlformats.org/officeDocument/2006/relationships/image"/><Relationship Id="rId47" Target="../media/image620.png" Type="http://schemas.openxmlformats.org/officeDocument/2006/relationships/image"/><Relationship Id="rId48" Target="../media/image621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624.png" Type="http://schemas.openxmlformats.org/officeDocument/2006/relationships/image"/><Relationship Id="rId12" Target="../media/image36.png" Type="http://schemas.openxmlformats.org/officeDocument/2006/relationships/image"/><Relationship Id="rId13" Target="../media/image625.png" Type="http://schemas.openxmlformats.org/officeDocument/2006/relationships/image"/><Relationship Id="rId14" Target="../media/image38.png" Type="http://schemas.openxmlformats.org/officeDocument/2006/relationships/image"/><Relationship Id="rId15" Target="../media/image626.png" Type="http://schemas.openxmlformats.org/officeDocument/2006/relationships/image"/><Relationship Id="rId16" Target="../media/image627.png" Type="http://schemas.openxmlformats.org/officeDocument/2006/relationships/image"/><Relationship Id="rId17" Target="../media/image43.png" Type="http://schemas.openxmlformats.org/officeDocument/2006/relationships/image"/><Relationship Id="rId18" Target="../media/image44.png" Type="http://schemas.openxmlformats.org/officeDocument/2006/relationships/image"/><Relationship Id="rId19" Target="../media/image628.png" Type="http://schemas.openxmlformats.org/officeDocument/2006/relationships/image"/><Relationship Id="rId2" Target="../media/image1.png" Type="http://schemas.openxmlformats.org/officeDocument/2006/relationships/image"/><Relationship Id="rId20" Target="../media/image62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622.png" Type="http://schemas.openxmlformats.org/officeDocument/2006/relationships/image"/><Relationship Id="rId9" Target="../media/image6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631.png" Type="http://schemas.openxmlformats.org/officeDocument/2006/relationships/image"/><Relationship Id="rId12" Target="../media/image632.png" Type="http://schemas.openxmlformats.org/officeDocument/2006/relationships/image"/><Relationship Id="rId13" Target="../media/image633.png" Type="http://schemas.openxmlformats.org/officeDocument/2006/relationships/image"/><Relationship Id="rId14" Target="../media/image634.png" Type="http://schemas.openxmlformats.org/officeDocument/2006/relationships/image"/><Relationship Id="rId15" Target="../media/image635.png" Type="http://schemas.openxmlformats.org/officeDocument/2006/relationships/image"/><Relationship Id="rId16" Target="../media/image636.png" Type="http://schemas.openxmlformats.org/officeDocument/2006/relationships/image"/><Relationship Id="rId17" Target="../media/image637.png" Type="http://schemas.openxmlformats.org/officeDocument/2006/relationships/image"/><Relationship Id="rId18" Target="../media/image638.png" Type="http://schemas.openxmlformats.org/officeDocument/2006/relationships/image"/><Relationship Id="rId19" Target="../media/image639.png" Type="http://schemas.openxmlformats.org/officeDocument/2006/relationships/image"/><Relationship Id="rId2" Target="../media/image630.png" Type="http://schemas.openxmlformats.org/officeDocument/2006/relationships/image"/><Relationship Id="rId20" Target="../media/image640.png" Type="http://schemas.openxmlformats.org/officeDocument/2006/relationships/image"/><Relationship Id="rId21" Target="../media/image641.png" Type="http://schemas.openxmlformats.org/officeDocument/2006/relationships/image"/><Relationship Id="rId22" Target="../media/image642.png" Type="http://schemas.openxmlformats.org/officeDocument/2006/relationships/image"/><Relationship Id="rId23" Target="../media/image643.png" Type="http://schemas.openxmlformats.org/officeDocument/2006/relationships/image"/><Relationship Id="rId24" Target="../media/image644.png" Type="http://schemas.openxmlformats.org/officeDocument/2006/relationships/image"/><Relationship Id="rId25" Target="../media/image645.png" Type="http://schemas.openxmlformats.org/officeDocument/2006/relationships/image"/><Relationship Id="rId26" Target="../media/image646.png" Type="http://schemas.openxmlformats.org/officeDocument/2006/relationships/image"/><Relationship Id="rId27" Target="../media/image647.png" Type="http://schemas.openxmlformats.org/officeDocument/2006/relationships/image"/><Relationship Id="rId28" Target="../media/image648.png" Type="http://schemas.openxmlformats.org/officeDocument/2006/relationships/image"/><Relationship Id="rId29" Target="../media/image649.png" Type="http://schemas.openxmlformats.org/officeDocument/2006/relationships/image"/><Relationship Id="rId3" Target="../media/image12.png" Type="http://schemas.openxmlformats.org/officeDocument/2006/relationships/image"/><Relationship Id="rId30" Target="../media/image650.png" Type="http://schemas.openxmlformats.org/officeDocument/2006/relationships/image"/><Relationship Id="rId31" Target="../media/image651.png" Type="http://schemas.openxmlformats.org/officeDocument/2006/relationships/image"/><Relationship Id="rId32" Target="../media/image652.png" Type="http://schemas.openxmlformats.org/officeDocument/2006/relationships/image"/><Relationship Id="rId33" Target="../media/image653.png" Type="http://schemas.openxmlformats.org/officeDocument/2006/relationships/image"/><Relationship Id="rId34" Target="../media/image654.png" Type="http://schemas.openxmlformats.org/officeDocument/2006/relationships/image"/><Relationship Id="rId35" Target="../media/image655.png" Type="http://schemas.openxmlformats.org/officeDocument/2006/relationships/image"/><Relationship Id="rId36" Target="../media/image656.png" Type="http://schemas.openxmlformats.org/officeDocument/2006/relationships/image"/><Relationship Id="rId37" Target="../media/image657.png" Type="http://schemas.openxmlformats.org/officeDocument/2006/relationships/image"/><Relationship Id="rId38" Target="../media/image658.png" Type="http://schemas.openxmlformats.org/officeDocument/2006/relationships/image"/><Relationship Id="rId39" Target="../media/image659.png" Type="http://schemas.openxmlformats.org/officeDocument/2006/relationships/image"/><Relationship Id="rId4" Target="../media/image1.png" Type="http://schemas.openxmlformats.org/officeDocument/2006/relationships/image"/><Relationship Id="rId40" Target="../media/image660.png" Type="http://schemas.openxmlformats.org/officeDocument/2006/relationships/image"/><Relationship Id="rId41" Target="../media/image661.png" Type="http://schemas.openxmlformats.org/officeDocument/2006/relationships/image"/><Relationship Id="rId42" Target="../media/image662.png" Type="http://schemas.openxmlformats.org/officeDocument/2006/relationships/image"/><Relationship Id="rId43" Target="../media/image663.png" Type="http://schemas.openxmlformats.org/officeDocument/2006/relationships/image"/><Relationship Id="rId44" Target="../media/image664.png" Type="http://schemas.openxmlformats.org/officeDocument/2006/relationships/image"/><Relationship Id="rId45" Target="../media/image665.png" Type="http://schemas.openxmlformats.org/officeDocument/2006/relationships/image"/><Relationship Id="rId46" Target="../media/image666.png" Type="http://schemas.openxmlformats.org/officeDocument/2006/relationships/image"/><Relationship Id="rId47" Target="../media/image667.png" Type="http://schemas.openxmlformats.org/officeDocument/2006/relationships/image"/><Relationship Id="rId48" Target="../media/image668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9.png" Type="http://schemas.openxmlformats.org/officeDocument/2006/relationships/image"/><Relationship Id="rId11" Target="../media/image632.png" Type="http://schemas.openxmlformats.org/officeDocument/2006/relationships/image"/><Relationship Id="rId12" Target="../media/image670.png" Type="http://schemas.openxmlformats.org/officeDocument/2006/relationships/image"/><Relationship Id="rId13" Target="../media/image671.png" Type="http://schemas.openxmlformats.org/officeDocument/2006/relationships/image"/><Relationship Id="rId14" Target="../media/image672.png" Type="http://schemas.openxmlformats.org/officeDocument/2006/relationships/image"/><Relationship Id="rId15" Target="../media/image673.png" Type="http://schemas.openxmlformats.org/officeDocument/2006/relationships/image"/><Relationship Id="rId16" Target="../media/image674.png" Type="http://schemas.openxmlformats.org/officeDocument/2006/relationships/image"/><Relationship Id="rId17" Target="../media/image675.png" Type="http://schemas.openxmlformats.org/officeDocument/2006/relationships/image"/><Relationship Id="rId18" Target="../media/image676.png" Type="http://schemas.openxmlformats.org/officeDocument/2006/relationships/image"/><Relationship Id="rId19" Target="../media/image677.png" Type="http://schemas.openxmlformats.org/officeDocument/2006/relationships/image"/><Relationship Id="rId2" Target="../media/image12.png" Type="http://schemas.openxmlformats.org/officeDocument/2006/relationships/image"/><Relationship Id="rId20" Target="../media/image678.png" Type="http://schemas.openxmlformats.org/officeDocument/2006/relationships/image"/><Relationship Id="rId21" Target="../media/image679.png" Type="http://schemas.openxmlformats.org/officeDocument/2006/relationships/image"/><Relationship Id="rId22" Target="../media/image680.png" Type="http://schemas.openxmlformats.org/officeDocument/2006/relationships/image"/><Relationship Id="rId23" Target="../media/image681.png" Type="http://schemas.openxmlformats.org/officeDocument/2006/relationships/image"/><Relationship Id="rId24" Target="../media/image682.png" Type="http://schemas.openxmlformats.org/officeDocument/2006/relationships/image"/><Relationship Id="rId25" Target="../media/image683.png" Type="http://schemas.openxmlformats.org/officeDocument/2006/relationships/image"/><Relationship Id="rId26" Target="../media/image684.png" Type="http://schemas.openxmlformats.org/officeDocument/2006/relationships/image"/><Relationship Id="rId27" Target="../media/image685.png" Type="http://schemas.openxmlformats.org/officeDocument/2006/relationships/image"/><Relationship Id="rId28" Target="../media/image686.png" Type="http://schemas.openxmlformats.org/officeDocument/2006/relationships/image"/><Relationship Id="rId29" Target="../media/image687.png" Type="http://schemas.openxmlformats.org/officeDocument/2006/relationships/image"/><Relationship Id="rId3" Target="../media/image1.png" Type="http://schemas.openxmlformats.org/officeDocument/2006/relationships/image"/><Relationship Id="rId30" Target="../media/image688.png" Type="http://schemas.openxmlformats.org/officeDocument/2006/relationships/image"/><Relationship Id="rId31" Target="../media/image689.png" Type="http://schemas.openxmlformats.org/officeDocument/2006/relationships/image"/><Relationship Id="rId32" Target="../media/image690.png" Type="http://schemas.openxmlformats.org/officeDocument/2006/relationships/image"/><Relationship Id="rId33" Target="../media/image691.png" Type="http://schemas.openxmlformats.org/officeDocument/2006/relationships/image"/><Relationship Id="rId34" Target="../media/image692.png" Type="http://schemas.openxmlformats.org/officeDocument/2006/relationships/image"/><Relationship Id="rId35" Target="../media/image693.png" Type="http://schemas.openxmlformats.org/officeDocument/2006/relationships/image"/><Relationship Id="rId36" Target="../media/image694.png" Type="http://schemas.openxmlformats.org/officeDocument/2006/relationships/image"/><Relationship Id="rId37" Target="../media/image695.png" Type="http://schemas.openxmlformats.org/officeDocument/2006/relationships/image"/><Relationship Id="rId38" Target="../media/image696.png" Type="http://schemas.openxmlformats.org/officeDocument/2006/relationships/image"/><Relationship Id="rId39" Target="../media/image697.png" Type="http://schemas.openxmlformats.org/officeDocument/2006/relationships/image"/><Relationship Id="rId4" Target="../media/image2.png" Type="http://schemas.openxmlformats.org/officeDocument/2006/relationships/image"/><Relationship Id="rId40" Target="../media/image698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9.png" Type="http://schemas.openxmlformats.org/officeDocument/2006/relationships/image"/><Relationship Id="rId11" Target="../media/image632.png" Type="http://schemas.openxmlformats.org/officeDocument/2006/relationships/image"/><Relationship Id="rId12" Target="../media/image700.png" Type="http://schemas.openxmlformats.org/officeDocument/2006/relationships/image"/><Relationship Id="rId13" Target="../media/image701.png" Type="http://schemas.openxmlformats.org/officeDocument/2006/relationships/image"/><Relationship Id="rId14" Target="../media/image702.png" Type="http://schemas.openxmlformats.org/officeDocument/2006/relationships/image"/><Relationship Id="rId15" Target="../media/image703.png" Type="http://schemas.openxmlformats.org/officeDocument/2006/relationships/image"/><Relationship Id="rId16" Target="../media/image704.png" Type="http://schemas.openxmlformats.org/officeDocument/2006/relationships/image"/><Relationship Id="rId17" Target="../media/image705.png" Type="http://schemas.openxmlformats.org/officeDocument/2006/relationships/image"/><Relationship Id="rId18" Target="../media/image706.png" Type="http://schemas.openxmlformats.org/officeDocument/2006/relationships/image"/><Relationship Id="rId19" Target="../media/image707.png" Type="http://schemas.openxmlformats.org/officeDocument/2006/relationships/image"/><Relationship Id="rId2" Target="../media/image12.png" Type="http://schemas.openxmlformats.org/officeDocument/2006/relationships/image"/><Relationship Id="rId20" Target="../media/image708.png" Type="http://schemas.openxmlformats.org/officeDocument/2006/relationships/image"/><Relationship Id="rId21" Target="../media/image709.png" Type="http://schemas.openxmlformats.org/officeDocument/2006/relationships/image"/><Relationship Id="rId22" Target="../media/image710.png" Type="http://schemas.openxmlformats.org/officeDocument/2006/relationships/image"/><Relationship Id="rId23" Target="../media/image711.png" Type="http://schemas.openxmlformats.org/officeDocument/2006/relationships/image"/><Relationship Id="rId24" Target="../media/image712.png" Type="http://schemas.openxmlformats.org/officeDocument/2006/relationships/image"/><Relationship Id="rId25" Target="../media/image713.png" Type="http://schemas.openxmlformats.org/officeDocument/2006/relationships/image"/><Relationship Id="rId26" Target="../media/image714.png" Type="http://schemas.openxmlformats.org/officeDocument/2006/relationships/image"/><Relationship Id="rId27" Target="../media/image715.png" Type="http://schemas.openxmlformats.org/officeDocument/2006/relationships/image"/><Relationship Id="rId28" Target="../media/image716.png" Type="http://schemas.openxmlformats.org/officeDocument/2006/relationships/image"/><Relationship Id="rId29" Target="../media/image717.png" Type="http://schemas.openxmlformats.org/officeDocument/2006/relationships/image"/><Relationship Id="rId3" Target="../media/image1.png" Type="http://schemas.openxmlformats.org/officeDocument/2006/relationships/image"/><Relationship Id="rId30" Target="../media/image718.png" Type="http://schemas.openxmlformats.org/officeDocument/2006/relationships/image"/><Relationship Id="rId31" Target="../media/image719.png" Type="http://schemas.openxmlformats.org/officeDocument/2006/relationships/image"/><Relationship Id="rId32" Target="../media/image720.png" Type="http://schemas.openxmlformats.org/officeDocument/2006/relationships/image"/><Relationship Id="rId33" Target="../media/image721.png" Type="http://schemas.openxmlformats.org/officeDocument/2006/relationships/image"/><Relationship Id="rId34" Target="../media/image722.png" Type="http://schemas.openxmlformats.org/officeDocument/2006/relationships/image"/><Relationship Id="rId35" Target="../media/image723.png" Type="http://schemas.openxmlformats.org/officeDocument/2006/relationships/image"/><Relationship Id="rId36" Target="../media/image724.png" Type="http://schemas.openxmlformats.org/officeDocument/2006/relationships/image"/><Relationship Id="rId37" Target="../media/image725.png" Type="http://schemas.openxmlformats.org/officeDocument/2006/relationships/image"/><Relationship Id="rId38" Target="../media/image726.png" Type="http://schemas.openxmlformats.org/officeDocument/2006/relationships/image"/><Relationship Id="rId39" Target="../media/image727.png" Type="http://schemas.openxmlformats.org/officeDocument/2006/relationships/image"/><Relationship Id="rId4" Target="../media/image2.png" Type="http://schemas.openxmlformats.org/officeDocument/2006/relationships/image"/><Relationship Id="rId40" Target="../media/image728.png" Type="http://schemas.openxmlformats.org/officeDocument/2006/relationships/image"/><Relationship Id="rId41" Target="../media/image729.png" Type="http://schemas.openxmlformats.org/officeDocument/2006/relationships/image"/><Relationship Id="rId42" Target="../media/image730.png" Type="http://schemas.openxmlformats.org/officeDocument/2006/relationships/image"/><Relationship Id="rId43" Target="../media/image731.png" Type="http://schemas.openxmlformats.org/officeDocument/2006/relationships/image"/><Relationship Id="rId44" Target="../media/image732.png" Type="http://schemas.openxmlformats.org/officeDocument/2006/relationships/image"/><Relationship Id="rId45" Target="../media/image733.png" Type="http://schemas.openxmlformats.org/officeDocument/2006/relationships/image"/><Relationship Id="rId46" Target="../media/image734.png" Type="http://schemas.openxmlformats.org/officeDocument/2006/relationships/image"/><Relationship Id="rId47" Target="../media/image735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6.png" Type="http://schemas.openxmlformats.org/officeDocument/2006/relationships/image"/><Relationship Id="rId11" Target="../media/image632.png" Type="http://schemas.openxmlformats.org/officeDocument/2006/relationships/image"/><Relationship Id="rId12" Target="../media/image737.png" Type="http://schemas.openxmlformats.org/officeDocument/2006/relationships/image"/><Relationship Id="rId13" Target="../media/image738.png" Type="http://schemas.openxmlformats.org/officeDocument/2006/relationships/image"/><Relationship Id="rId14" Target="../media/image739.png" Type="http://schemas.openxmlformats.org/officeDocument/2006/relationships/image"/><Relationship Id="rId15" Target="../media/image740.png" Type="http://schemas.openxmlformats.org/officeDocument/2006/relationships/image"/><Relationship Id="rId16" Target="../media/image741.png" Type="http://schemas.openxmlformats.org/officeDocument/2006/relationships/image"/><Relationship Id="rId17" Target="../media/image680.png" Type="http://schemas.openxmlformats.org/officeDocument/2006/relationships/image"/><Relationship Id="rId18" Target="../media/image742.png" Type="http://schemas.openxmlformats.org/officeDocument/2006/relationships/image"/><Relationship Id="rId19" Target="../media/image743.png" Type="http://schemas.openxmlformats.org/officeDocument/2006/relationships/image"/><Relationship Id="rId2" Target="../media/image12.png" Type="http://schemas.openxmlformats.org/officeDocument/2006/relationships/image"/><Relationship Id="rId20" Target="../media/image744.png" Type="http://schemas.openxmlformats.org/officeDocument/2006/relationships/image"/><Relationship Id="rId21" Target="../media/image745.png" Type="http://schemas.openxmlformats.org/officeDocument/2006/relationships/image"/><Relationship Id="rId22" Target="../media/image717.png" Type="http://schemas.openxmlformats.org/officeDocument/2006/relationships/image"/><Relationship Id="rId23" Target="../media/image746.png" Type="http://schemas.openxmlformats.org/officeDocument/2006/relationships/image"/><Relationship Id="rId24" Target="../media/image747.png" Type="http://schemas.openxmlformats.org/officeDocument/2006/relationships/image"/><Relationship Id="rId25" Target="../media/image748.png" Type="http://schemas.openxmlformats.org/officeDocument/2006/relationships/image"/><Relationship Id="rId26" Target="../media/image749.png" Type="http://schemas.openxmlformats.org/officeDocument/2006/relationships/image"/><Relationship Id="rId27" Target="../media/image750.png" Type="http://schemas.openxmlformats.org/officeDocument/2006/relationships/image"/><Relationship Id="rId28" Target="../media/image751.png" Type="http://schemas.openxmlformats.org/officeDocument/2006/relationships/image"/><Relationship Id="rId29" Target="../media/image752.png" Type="http://schemas.openxmlformats.org/officeDocument/2006/relationships/image"/><Relationship Id="rId3" Target="../media/image1.png" Type="http://schemas.openxmlformats.org/officeDocument/2006/relationships/image"/><Relationship Id="rId30" Target="../media/image753.png" Type="http://schemas.openxmlformats.org/officeDocument/2006/relationships/image"/><Relationship Id="rId31" Target="../media/image754.png" Type="http://schemas.openxmlformats.org/officeDocument/2006/relationships/image"/><Relationship Id="rId32" Target="../media/image755.png" Type="http://schemas.openxmlformats.org/officeDocument/2006/relationships/image"/><Relationship Id="rId33" Target="../media/image756.png" Type="http://schemas.openxmlformats.org/officeDocument/2006/relationships/image"/><Relationship Id="rId34" Target="../media/image757.png" Type="http://schemas.openxmlformats.org/officeDocument/2006/relationships/image"/><Relationship Id="rId35" Target="../media/image758.png" Type="http://schemas.openxmlformats.org/officeDocument/2006/relationships/image"/><Relationship Id="rId36" Target="../media/image759.png" Type="http://schemas.openxmlformats.org/officeDocument/2006/relationships/image"/><Relationship Id="rId37" Target="../media/image760.png" Type="http://schemas.openxmlformats.org/officeDocument/2006/relationships/image"/><Relationship Id="rId38" Target="../media/image761.png" Type="http://schemas.openxmlformats.org/officeDocument/2006/relationships/image"/><Relationship Id="rId39" Target="../media/image762.png" Type="http://schemas.openxmlformats.org/officeDocument/2006/relationships/image"/><Relationship Id="rId4" Target="../media/image2.png" Type="http://schemas.openxmlformats.org/officeDocument/2006/relationships/image"/><Relationship Id="rId40" Target="../media/image763.png" Type="http://schemas.openxmlformats.org/officeDocument/2006/relationships/image"/><Relationship Id="rId41" Target="../media/image764.png" Type="http://schemas.openxmlformats.org/officeDocument/2006/relationships/image"/><Relationship Id="rId42" Target="../media/image765.png" Type="http://schemas.openxmlformats.org/officeDocument/2006/relationships/image"/><Relationship Id="rId43" Target="../media/image766.png" Type="http://schemas.openxmlformats.org/officeDocument/2006/relationships/image"/><Relationship Id="rId44" Target="../media/image767.png" Type="http://schemas.openxmlformats.org/officeDocument/2006/relationships/image"/><Relationship Id="rId45" Target="../media/image768.png" Type="http://schemas.openxmlformats.org/officeDocument/2006/relationships/image"/><Relationship Id="rId46" Target="../media/image769.png" Type="http://schemas.openxmlformats.org/officeDocument/2006/relationships/image"/><Relationship Id="rId47" Target="../media/image770.png" Type="http://schemas.openxmlformats.org/officeDocument/2006/relationships/image"/><Relationship Id="rId48" Target="../media/image771.png" Type="http://schemas.openxmlformats.org/officeDocument/2006/relationships/image"/><Relationship Id="rId49" Target="../media/image772.png" Type="http://schemas.openxmlformats.org/officeDocument/2006/relationships/image"/><Relationship Id="rId5" Target="../media/image3.png" Type="http://schemas.openxmlformats.org/officeDocument/2006/relationships/image"/><Relationship Id="rId50" Target="../media/image773.png" Type="http://schemas.openxmlformats.org/officeDocument/2006/relationships/image"/><Relationship Id="rId51" Target="../media/image774.png" Type="http://schemas.openxmlformats.org/officeDocument/2006/relationships/image"/><Relationship Id="rId52" Target="../media/image775.png" Type="http://schemas.openxmlformats.org/officeDocument/2006/relationships/image"/><Relationship Id="rId53" Target="../media/image776.png" Type="http://schemas.openxmlformats.org/officeDocument/2006/relationships/image"/><Relationship Id="rId54" Target="../media/image777.png" Type="http://schemas.openxmlformats.org/officeDocument/2006/relationships/image"/><Relationship Id="rId55" Target="../media/image778.png" Type="http://schemas.openxmlformats.org/officeDocument/2006/relationships/image"/><Relationship Id="rId56" Target="../media/image779.png" Type="http://schemas.openxmlformats.org/officeDocument/2006/relationships/image"/><Relationship Id="rId57" Target="../media/image780.png" Type="http://schemas.openxmlformats.org/officeDocument/2006/relationships/image"/><Relationship Id="rId58" Target="../media/image781.png" Type="http://schemas.openxmlformats.org/officeDocument/2006/relationships/image"/><Relationship Id="rId59" Target="../media/image782.png" Type="http://schemas.openxmlformats.org/officeDocument/2006/relationships/image"/><Relationship Id="rId6" Target="../media/image4.png" Type="http://schemas.openxmlformats.org/officeDocument/2006/relationships/image"/><Relationship Id="rId60" Target="../media/image783.png" Type="http://schemas.openxmlformats.org/officeDocument/2006/relationships/image"/><Relationship Id="rId61" Target="../media/image784.png" Type="http://schemas.openxmlformats.org/officeDocument/2006/relationships/image"/><Relationship Id="rId62" Target="../media/image785.png" Type="http://schemas.openxmlformats.org/officeDocument/2006/relationships/image"/><Relationship Id="rId63" Target="../media/image786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8.png" Type="http://schemas.openxmlformats.org/officeDocument/2006/relationships/image"/><Relationship Id="rId11" Target="../media/image632.png" Type="http://schemas.openxmlformats.org/officeDocument/2006/relationships/image"/><Relationship Id="rId12" Target="../media/image789.png" Type="http://schemas.openxmlformats.org/officeDocument/2006/relationships/image"/><Relationship Id="rId13" Target="../media/image790.png" Type="http://schemas.openxmlformats.org/officeDocument/2006/relationships/image"/><Relationship Id="rId14" Target="../media/image791.png" Type="http://schemas.openxmlformats.org/officeDocument/2006/relationships/image"/><Relationship Id="rId15" Target="../media/image792.png" Type="http://schemas.openxmlformats.org/officeDocument/2006/relationships/image"/><Relationship Id="rId16" Target="../media/image793.png" Type="http://schemas.openxmlformats.org/officeDocument/2006/relationships/image"/><Relationship Id="rId17" Target="../media/image794.png" Type="http://schemas.openxmlformats.org/officeDocument/2006/relationships/image"/><Relationship Id="rId18" Target="../media/image795.png" Type="http://schemas.openxmlformats.org/officeDocument/2006/relationships/image"/><Relationship Id="rId19" Target="../media/image46.png" Type="http://schemas.openxmlformats.org/officeDocument/2006/relationships/image"/><Relationship Id="rId2" Target="../media/image787.png" Type="http://schemas.openxmlformats.org/officeDocument/2006/relationships/image"/><Relationship Id="rId20" Target="../media/image796.png" Type="http://schemas.openxmlformats.org/officeDocument/2006/relationships/image"/><Relationship Id="rId21" Target="../media/image797.png" Type="http://schemas.openxmlformats.org/officeDocument/2006/relationships/image"/><Relationship Id="rId22" Target="../media/image798.png" Type="http://schemas.openxmlformats.org/officeDocument/2006/relationships/image"/><Relationship Id="rId23" Target="../media/image799.png" Type="http://schemas.openxmlformats.org/officeDocument/2006/relationships/image"/><Relationship Id="rId24" Target="../media/image800.png" Type="http://schemas.openxmlformats.org/officeDocument/2006/relationships/image"/><Relationship Id="rId25" Target="../media/image801.png" Type="http://schemas.openxmlformats.org/officeDocument/2006/relationships/image"/><Relationship Id="rId26" Target="../media/image802.png" Type="http://schemas.openxmlformats.org/officeDocument/2006/relationships/image"/><Relationship Id="rId27" Target="../media/image803.png" Type="http://schemas.openxmlformats.org/officeDocument/2006/relationships/image"/><Relationship Id="rId28" Target="../media/image804.png" Type="http://schemas.openxmlformats.org/officeDocument/2006/relationships/image"/><Relationship Id="rId29" Target="../media/image805.png" Type="http://schemas.openxmlformats.org/officeDocument/2006/relationships/image"/><Relationship Id="rId3" Target="../media/image12.png" Type="http://schemas.openxmlformats.org/officeDocument/2006/relationships/image"/><Relationship Id="rId30" Target="../media/image806.png" Type="http://schemas.openxmlformats.org/officeDocument/2006/relationships/image"/><Relationship Id="rId31" Target="../media/image807.png" Type="http://schemas.openxmlformats.org/officeDocument/2006/relationships/image"/><Relationship Id="rId32" Target="../media/image808.png" Type="http://schemas.openxmlformats.org/officeDocument/2006/relationships/image"/><Relationship Id="rId33" Target="../media/image809.png" Type="http://schemas.openxmlformats.org/officeDocument/2006/relationships/image"/><Relationship Id="rId34" Target="../media/image810.png" Type="http://schemas.openxmlformats.org/officeDocument/2006/relationships/image"/><Relationship Id="rId35" Target="../media/image811.png" Type="http://schemas.openxmlformats.org/officeDocument/2006/relationships/image"/><Relationship Id="rId36" Target="../media/image812.png" Type="http://schemas.openxmlformats.org/officeDocument/2006/relationships/image"/><Relationship Id="rId37" Target="../media/image813.png" Type="http://schemas.openxmlformats.org/officeDocument/2006/relationships/image"/><Relationship Id="rId38" Target="../media/image814.png" Type="http://schemas.openxmlformats.org/officeDocument/2006/relationships/image"/><Relationship Id="rId39" Target="../media/image815.png" Type="http://schemas.openxmlformats.org/officeDocument/2006/relationships/image"/><Relationship Id="rId4" Target="../media/image1.png" Type="http://schemas.openxmlformats.org/officeDocument/2006/relationships/image"/><Relationship Id="rId40" Target="../media/image816.png" Type="http://schemas.openxmlformats.org/officeDocument/2006/relationships/image"/><Relationship Id="rId41" Target="../media/image817.png" Type="http://schemas.openxmlformats.org/officeDocument/2006/relationships/image"/><Relationship Id="rId42" Target="../media/image818.png" Type="http://schemas.openxmlformats.org/officeDocument/2006/relationships/image"/><Relationship Id="rId43" Target="../media/image819.png" Type="http://schemas.openxmlformats.org/officeDocument/2006/relationships/image"/><Relationship Id="rId44" Target="../media/image820.png" Type="http://schemas.openxmlformats.org/officeDocument/2006/relationships/image"/><Relationship Id="rId45" Target="../media/image821.png" Type="http://schemas.openxmlformats.org/officeDocument/2006/relationships/image"/><Relationship Id="rId46" Target="../media/image822.png" Type="http://schemas.openxmlformats.org/officeDocument/2006/relationships/image"/><Relationship Id="rId47" Target="../media/image823.png" Type="http://schemas.openxmlformats.org/officeDocument/2006/relationships/image"/><Relationship Id="rId48" Target="../media/image824.png" Type="http://schemas.openxmlformats.org/officeDocument/2006/relationships/image"/><Relationship Id="rId49" Target="../media/image825.png" Type="http://schemas.openxmlformats.org/officeDocument/2006/relationships/image"/><Relationship Id="rId5" Target="../media/image2.png" Type="http://schemas.openxmlformats.org/officeDocument/2006/relationships/image"/><Relationship Id="rId50" Target="../media/image826.png" Type="http://schemas.openxmlformats.org/officeDocument/2006/relationships/image"/><Relationship Id="rId51" Target="../media/image827.png" Type="http://schemas.openxmlformats.org/officeDocument/2006/relationships/image"/><Relationship Id="rId52" Target="../media/image828.png" Type="http://schemas.openxmlformats.org/officeDocument/2006/relationships/image"/><Relationship Id="rId53" Target="../media/image829.png" Type="http://schemas.openxmlformats.org/officeDocument/2006/relationships/image"/><Relationship Id="rId54" Target="../media/image830.png" Type="http://schemas.openxmlformats.org/officeDocument/2006/relationships/image"/><Relationship Id="rId55" Target="../media/image831.png" Type="http://schemas.openxmlformats.org/officeDocument/2006/relationships/image"/><Relationship Id="rId56" Target="../media/image832.png" Type="http://schemas.openxmlformats.org/officeDocument/2006/relationships/image"/><Relationship Id="rId57" Target="../media/image833.png" Type="http://schemas.openxmlformats.org/officeDocument/2006/relationships/image"/><Relationship Id="rId58" Target="../media/image834.png" Type="http://schemas.openxmlformats.org/officeDocument/2006/relationships/image"/><Relationship Id="rId59" Target="../media/image835.png" Type="http://schemas.openxmlformats.org/officeDocument/2006/relationships/image"/><Relationship Id="rId6" Target="../media/image3.png" Type="http://schemas.openxmlformats.org/officeDocument/2006/relationships/image"/><Relationship Id="rId60" Target="../media/image836.png" Type="http://schemas.openxmlformats.org/officeDocument/2006/relationships/image"/><Relationship Id="rId61" Target="../media/image837.png" Type="http://schemas.openxmlformats.org/officeDocument/2006/relationships/image"/><Relationship Id="rId62" Target="../media/image838.png" Type="http://schemas.openxmlformats.org/officeDocument/2006/relationships/image"/><Relationship Id="rId63" Target="../media/image839.png" Type="http://schemas.openxmlformats.org/officeDocument/2006/relationships/image"/><Relationship Id="rId64" Target="../media/image840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843.png" Type="http://schemas.openxmlformats.org/officeDocument/2006/relationships/image"/><Relationship Id="rId12" Target="../media/image36.png" Type="http://schemas.openxmlformats.org/officeDocument/2006/relationships/image"/><Relationship Id="rId13" Target="../media/image844.png" Type="http://schemas.openxmlformats.org/officeDocument/2006/relationships/image"/><Relationship Id="rId14" Target="../media/image38.png" Type="http://schemas.openxmlformats.org/officeDocument/2006/relationships/image"/><Relationship Id="rId15" Target="../media/image43.png" Type="http://schemas.openxmlformats.org/officeDocument/2006/relationships/image"/><Relationship Id="rId16" Target="../media/image44.png" Type="http://schemas.openxmlformats.org/officeDocument/2006/relationships/image"/><Relationship Id="rId17" Target="../media/image845.png" Type="http://schemas.openxmlformats.org/officeDocument/2006/relationships/image"/><Relationship Id="rId18" Target="../media/image846.png" Type="http://schemas.openxmlformats.org/officeDocument/2006/relationships/image"/><Relationship Id="rId19" Target="../media/image84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841.png" Type="http://schemas.openxmlformats.org/officeDocument/2006/relationships/image"/><Relationship Id="rId9" Target="../media/image84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8.png" Type="http://schemas.openxmlformats.org/officeDocument/2006/relationships/image"/><Relationship Id="rId11" Target="../media/image849.png" Type="http://schemas.openxmlformats.org/officeDocument/2006/relationships/image"/><Relationship Id="rId12" Target="../media/image850.png" Type="http://schemas.openxmlformats.org/officeDocument/2006/relationships/image"/><Relationship Id="rId13" Target="../media/image851.png" Type="http://schemas.openxmlformats.org/officeDocument/2006/relationships/image"/><Relationship Id="rId14" Target="../media/image852.png" Type="http://schemas.openxmlformats.org/officeDocument/2006/relationships/image"/><Relationship Id="rId15" Target="../media/image853.png" Type="http://schemas.openxmlformats.org/officeDocument/2006/relationships/image"/><Relationship Id="rId16" Target="../media/image854.png" Type="http://schemas.openxmlformats.org/officeDocument/2006/relationships/image"/><Relationship Id="rId17" Target="../media/image855.png" Type="http://schemas.openxmlformats.org/officeDocument/2006/relationships/image"/><Relationship Id="rId18" Target="../media/image856.png" Type="http://schemas.openxmlformats.org/officeDocument/2006/relationships/image"/><Relationship Id="rId19" Target="../media/image857.png" Type="http://schemas.openxmlformats.org/officeDocument/2006/relationships/image"/><Relationship Id="rId2" Target="../media/image12.png" Type="http://schemas.openxmlformats.org/officeDocument/2006/relationships/image"/><Relationship Id="rId20" Target="../media/image858.png" Type="http://schemas.openxmlformats.org/officeDocument/2006/relationships/image"/><Relationship Id="rId21" Target="../media/image859.png" Type="http://schemas.openxmlformats.org/officeDocument/2006/relationships/image"/><Relationship Id="rId22" Target="../media/image860.png" Type="http://schemas.openxmlformats.org/officeDocument/2006/relationships/image"/><Relationship Id="rId23" Target="../media/image861.png" Type="http://schemas.openxmlformats.org/officeDocument/2006/relationships/image"/><Relationship Id="rId24" Target="../media/image862.png" Type="http://schemas.openxmlformats.org/officeDocument/2006/relationships/image"/><Relationship Id="rId25" Target="../media/image863.png" Type="http://schemas.openxmlformats.org/officeDocument/2006/relationships/image"/><Relationship Id="rId26" Target="../media/image864.png" Type="http://schemas.openxmlformats.org/officeDocument/2006/relationships/image"/><Relationship Id="rId27" Target="../media/image865.png" Type="http://schemas.openxmlformats.org/officeDocument/2006/relationships/image"/><Relationship Id="rId28" Target="../media/image866.png" Type="http://schemas.openxmlformats.org/officeDocument/2006/relationships/image"/><Relationship Id="rId29" Target="../media/image867.png" Type="http://schemas.openxmlformats.org/officeDocument/2006/relationships/image"/><Relationship Id="rId3" Target="../media/image1.png" Type="http://schemas.openxmlformats.org/officeDocument/2006/relationships/image"/><Relationship Id="rId30" Target="../media/image658.png" Type="http://schemas.openxmlformats.org/officeDocument/2006/relationships/image"/><Relationship Id="rId31" Target="../media/image868.png" Type="http://schemas.openxmlformats.org/officeDocument/2006/relationships/image"/><Relationship Id="rId32" Target="../media/image869.png" Type="http://schemas.openxmlformats.org/officeDocument/2006/relationships/image"/><Relationship Id="rId33" Target="../media/image870.png" Type="http://schemas.openxmlformats.org/officeDocument/2006/relationships/image"/><Relationship Id="rId34" Target="../media/image871.png" Type="http://schemas.openxmlformats.org/officeDocument/2006/relationships/image"/><Relationship Id="rId35" Target="../media/image872.png" Type="http://schemas.openxmlformats.org/officeDocument/2006/relationships/image"/><Relationship Id="rId36" Target="../media/image873.png" Type="http://schemas.openxmlformats.org/officeDocument/2006/relationships/image"/><Relationship Id="rId37" Target="../media/image874.png" Type="http://schemas.openxmlformats.org/officeDocument/2006/relationships/image"/><Relationship Id="rId38" Target="../media/image875.png" Type="http://schemas.openxmlformats.org/officeDocument/2006/relationships/image"/><Relationship Id="rId39" Target="../media/image876.png" Type="http://schemas.openxmlformats.org/officeDocument/2006/relationships/image"/><Relationship Id="rId4" Target="../media/image2.png" Type="http://schemas.openxmlformats.org/officeDocument/2006/relationships/image"/><Relationship Id="rId40" Target="../media/image877.png" Type="http://schemas.openxmlformats.org/officeDocument/2006/relationships/image"/><Relationship Id="rId41" Target="../media/image878.png" Type="http://schemas.openxmlformats.org/officeDocument/2006/relationships/image"/><Relationship Id="rId42" Target="../media/image879.png" Type="http://schemas.openxmlformats.org/officeDocument/2006/relationships/image"/><Relationship Id="rId43" Target="../media/image880.png" Type="http://schemas.openxmlformats.org/officeDocument/2006/relationships/image"/><Relationship Id="rId44" Target="../media/image881.png" Type="http://schemas.openxmlformats.org/officeDocument/2006/relationships/image"/><Relationship Id="rId45" Target="../media/image882.png" Type="http://schemas.openxmlformats.org/officeDocument/2006/relationships/image"/><Relationship Id="rId46" Target="../media/image883.png" Type="http://schemas.openxmlformats.org/officeDocument/2006/relationships/image"/><Relationship Id="rId47" Target="../media/image884.png" Type="http://schemas.openxmlformats.org/officeDocument/2006/relationships/image"/><Relationship Id="rId48" Target="../media/image885.png" Type="http://schemas.openxmlformats.org/officeDocument/2006/relationships/image"/><Relationship Id="rId49" Target="../media/image886.png" Type="http://schemas.openxmlformats.org/officeDocument/2006/relationships/image"/><Relationship Id="rId5" Target="../media/image3.png" Type="http://schemas.openxmlformats.org/officeDocument/2006/relationships/image"/><Relationship Id="rId50" Target="../media/image887.png" Type="http://schemas.openxmlformats.org/officeDocument/2006/relationships/image"/><Relationship Id="rId51" Target="../media/image888.png" Type="http://schemas.openxmlformats.org/officeDocument/2006/relationships/image"/><Relationship Id="rId52" Target="../media/image889.png" Type="http://schemas.openxmlformats.org/officeDocument/2006/relationships/image"/><Relationship Id="rId53" Target="../media/image890.png" Type="http://schemas.openxmlformats.org/officeDocument/2006/relationships/image"/><Relationship Id="rId54" Target="../media/image891.png" Type="http://schemas.openxmlformats.org/officeDocument/2006/relationships/image"/><Relationship Id="rId55" Target="../media/image892.png" Type="http://schemas.openxmlformats.org/officeDocument/2006/relationships/image"/><Relationship Id="rId56" Target="../media/image893.png" Type="http://schemas.openxmlformats.org/officeDocument/2006/relationships/image"/><Relationship Id="rId57" Target="../media/image894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5.png" Type="http://schemas.openxmlformats.org/officeDocument/2006/relationships/image"/><Relationship Id="rId11" Target="../media/image849.png" Type="http://schemas.openxmlformats.org/officeDocument/2006/relationships/image"/><Relationship Id="rId12" Target="../media/image896.png" Type="http://schemas.openxmlformats.org/officeDocument/2006/relationships/image"/><Relationship Id="rId13" Target="../media/image897.png" Type="http://schemas.openxmlformats.org/officeDocument/2006/relationships/image"/><Relationship Id="rId14" Target="../media/image630.png" Type="http://schemas.openxmlformats.org/officeDocument/2006/relationships/image"/><Relationship Id="rId15" Target="../media/image898.png" Type="http://schemas.openxmlformats.org/officeDocument/2006/relationships/image"/><Relationship Id="rId16" Target="../media/image899.png" Type="http://schemas.openxmlformats.org/officeDocument/2006/relationships/image"/><Relationship Id="rId17" Target="../media/image900.png" Type="http://schemas.openxmlformats.org/officeDocument/2006/relationships/image"/><Relationship Id="rId18" Target="../media/image901.png" Type="http://schemas.openxmlformats.org/officeDocument/2006/relationships/image"/><Relationship Id="rId19" Target="../media/image902.png" Type="http://schemas.openxmlformats.org/officeDocument/2006/relationships/image"/><Relationship Id="rId2" Target="../media/image12.png" Type="http://schemas.openxmlformats.org/officeDocument/2006/relationships/image"/><Relationship Id="rId20" Target="../media/image903.png" Type="http://schemas.openxmlformats.org/officeDocument/2006/relationships/image"/><Relationship Id="rId21" Target="../media/image904.png" Type="http://schemas.openxmlformats.org/officeDocument/2006/relationships/image"/><Relationship Id="rId22" Target="../media/image905.png" Type="http://schemas.openxmlformats.org/officeDocument/2006/relationships/image"/><Relationship Id="rId23" Target="../media/image906.png" Type="http://schemas.openxmlformats.org/officeDocument/2006/relationships/image"/><Relationship Id="rId24" Target="../media/image907.png" Type="http://schemas.openxmlformats.org/officeDocument/2006/relationships/image"/><Relationship Id="rId25" Target="../media/image908.png" Type="http://schemas.openxmlformats.org/officeDocument/2006/relationships/image"/><Relationship Id="rId26" Target="../media/image909.png" Type="http://schemas.openxmlformats.org/officeDocument/2006/relationships/image"/><Relationship Id="rId27" Target="../media/image910.png" Type="http://schemas.openxmlformats.org/officeDocument/2006/relationships/image"/><Relationship Id="rId28" Target="../media/image911.png" Type="http://schemas.openxmlformats.org/officeDocument/2006/relationships/image"/><Relationship Id="rId29" Target="../media/image912.png" Type="http://schemas.openxmlformats.org/officeDocument/2006/relationships/image"/><Relationship Id="rId3" Target="../media/image1.png" Type="http://schemas.openxmlformats.org/officeDocument/2006/relationships/image"/><Relationship Id="rId30" Target="../media/image913.png" Type="http://schemas.openxmlformats.org/officeDocument/2006/relationships/image"/><Relationship Id="rId31" Target="../media/image914.png" Type="http://schemas.openxmlformats.org/officeDocument/2006/relationships/image"/><Relationship Id="rId32" Target="../media/image915.png" Type="http://schemas.openxmlformats.org/officeDocument/2006/relationships/image"/><Relationship Id="rId33" Target="../media/image916.png" Type="http://schemas.openxmlformats.org/officeDocument/2006/relationships/image"/><Relationship Id="rId34" Target="../media/image917.png" Type="http://schemas.openxmlformats.org/officeDocument/2006/relationships/image"/><Relationship Id="rId35" Target="../media/image918.png" Type="http://schemas.openxmlformats.org/officeDocument/2006/relationships/image"/><Relationship Id="rId36" Target="../media/image919.png" Type="http://schemas.openxmlformats.org/officeDocument/2006/relationships/image"/><Relationship Id="rId37" Target="../media/image920.png" Type="http://schemas.openxmlformats.org/officeDocument/2006/relationships/image"/><Relationship Id="rId38" Target="../media/image92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9.png" Type="http://schemas.openxmlformats.org/officeDocument/2006/relationships/image"/><Relationship Id="rId11" Target="../media/image922.png" Type="http://schemas.openxmlformats.org/officeDocument/2006/relationships/image"/><Relationship Id="rId12" Target="../media/image923.png" Type="http://schemas.openxmlformats.org/officeDocument/2006/relationships/image"/><Relationship Id="rId13" Target="../media/image924.png" Type="http://schemas.openxmlformats.org/officeDocument/2006/relationships/image"/><Relationship Id="rId14" Target="../media/image853.png" Type="http://schemas.openxmlformats.org/officeDocument/2006/relationships/image"/><Relationship Id="rId15" Target="../media/image925.png" Type="http://schemas.openxmlformats.org/officeDocument/2006/relationships/image"/><Relationship Id="rId16" Target="../media/image926.png" Type="http://schemas.openxmlformats.org/officeDocument/2006/relationships/image"/><Relationship Id="rId17" Target="../media/image927.png" Type="http://schemas.openxmlformats.org/officeDocument/2006/relationships/image"/><Relationship Id="rId18" Target="../media/image928.png" Type="http://schemas.openxmlformats.org/officeDocument/2006/relationships/image"/><Relationship Id="rId19" Target="../media/image929.png" Type="http://schemas.openxmlformats.org/officeDocument/2006/relationships/image"/><Relationship Id="rId2" Target="../media/image12.png" Type="http://schemas.openxmlformats.org/officeDocument/2006/relationships/image"/><Relationship Id="rId20" Target="../media/image930.png" Type="http://schemas.openxmlformats.org/officeDocument/2006/relationships/image"/><Relationship Id="rId21" Target="../media/image931.png" Type="http://schemas.openxmlformats.org/officeDocument/2006/relationships/image"/><Relationship Id="rId22" Target="../media/image932.png" Type="http://schemas.openxmlformats.org/officeDocument/2006/relationships/image"/><Relationship Id="rId23" Target="../media/image933.png" Type="http://schemas.openxmlformats.org/officeDocument/2006/relationships/image"/><Relationship Id="rId24" Target="../media/image934.png" Type="http://schemas.openxmlformats.org/officeDocument/2006/relationships/image"/><Relationship Id="rId25" Target="../media/image935.png" Type="http://schemas.openxmlformats.org/officeDocument/2006/relationships/image"/><Relationship Id="rId26" Target="../media/image936.png" Type="http://schemas.openxmlformats.org/officeDocument/2006/relationships/image"/><Relationship Id="rId27" Target="../media/image937.png" Type="http://schemas.openxmlformats.org/officeDocument/2006/relationships/image"/><Relationship Id="rId28" Target="../media/image938.png" Type="http://schemas.openxmlformats.org/officeDocument/2006/relationships/image"/><Relationship Id="rId29" Target="../media/image939.png" Type="http://schemas.openxmlformats.org/officeDocument/2006/relationships/image"/><Relationship Id="rId3" Target="../media/image1.png" Type="http://schemas.openxmlformats.org/officeDocument/2006/relationships/image"/><Relationship Id="rId30" Target="../media/image940.png" Type="http://schemas.openxmlformats.org/officeDocument/2006/relationships/image"/><Relationship Id="rId31" Target="../media/image941.png" Type="http://schemas.openxmlformats.org/officeDocument/2006/relationships/image"/><Relationship Id="rId32" Target="../media/image942.png" Type="http://schemas.openxmlformats.org/officeDocument/2006/relationships/image"/><Relationship Id="rId33" Target="../media/image943.png" Type="http://schemas.openxmlformats.org/officeDocument/2006/relationships/image"/><Relationship Id="rId34" Target="../media/image944.png" Type="http://schemas.openxmlformats.org/officeDocument/2006/relationships/image"/><Relationship Id="rId35" Target="../media/image945.png" Type="http://schemas.openxmlformats.org/officeDocument/2006/relationships/image"/><Relationship Id="rId36" Target="../media/image946.png" Type="http://schemas.openxmlformats.org/officeDocument/2006/relationships/image"/><Relationship Id="rId37" Target="../media/image947.png" Type="http://schemas.openxmlformats.org/officeDocument/2006/relationships/image"/><Relationship Id="rId38" Target="../media/image948.png" Type="http://schemas.openxmlformats.org/officeDocument/2006/relationships/image"/><Relationship Id="rId39" Target="../media/image949.png" Type="http://schemas.openxmlformats.org/officeDocument/2006/relationships/image"/><Relationship Id="rId4" Target="../media/image2.png" Type="http://schemas.openxmlformats.org/officeDocument/2006/relationships/image"/><Relationship Id="rId40" Target="../media/image950.png" Type="http://schemas.openxmlformats.org/officeDocument/2006/relationships/image"/><Relationship Id="rId41" Target="../media/image951.png" Type="http://schemas.openxmlformats.org/officeDocument/2006/relationships/image"/><Relationship Id="rId42" Target="../media/image952.png" Type="http://schemas.openxmlformats.org/officeDocument/2006/relationships/image"/><Relationship Id="rId43" Target="../media/image953.png" Type="http://schemas.openxmlformats.org/officeDocument/2006/relationships/image"/><Relationship Id="rId44" Target="../media/image954.png" Type="http://schemas.openxmlformats.org/officeDocument/2006/relationships/image"/><Relationship Id="rId45" Target="../media/image955.png" Type="http://schemas.openxmlformats.org/officeDocument/2006/relationships/image"/><Relationship Id="rId46" Target="../media/image956.png" Type="http://schemas.openxmlformats.org/officeDocument/2006/relationships/image"/><Relationship Id="rId47" Target="../media/image957.png" Type="http://schemas.openxmlformats.org/officeDocument/2006/relationships/image"/><Relationship Id="rId48" Target="../media/image958.png" Type="http://schemas.openxmlformats.org/officeDocument/2006/relationships/image"/><Relationship Id="rId49" Target="../media/image959.png" Type="http://schemas.openxmlformats.org/officeDocument/2006/relationships/image"/><Relationship Id="rId5" Target="../media/image3.png" Type="http://schemas.openxmlformats.org/officeDocument/2006/relationships/image"/><Relationship Id="rId50" Target="../media/image960.png" Type="http://schemas.openxmlformats.org/officeDocument/2006/relationships/image"/><Relationship Id="rId51" Target="../media/image961.png" Type="http://schemas.openxmlformats.org/officeDocument/2006/relationships/image"/><Relationship Id="rId52" Target="../media/image962.png" Type="http://schemas.openxmlformats.org/officeDocument/2006/relationships/image"/><Relationship Id="rId53" Target="../media/image963.png" Type="http://schemas.openxmlformats.org/officeDocument/2006/relationships/image"/><Relationship Id="rId54" Target="../media/image964.png" Type="http://schemas.openxmlformats.org/officeDocument/2006/relationships/image"/><Relationship Id="rId55" Target="../media/image965.png" Type="http://schemas.openxmlformats.org/officeDocument/2006/relationships/image"/><Relationship Id="rId56" Target="../media/image966.png" Type="http://schemas.openxmlformats.org/officeDocument/2006/relationships/image"/><Relationship Id="rId57" Target="../media/image967.png" Type="http://schemas.openxmlformats.org/officeDocument/2006/relationships/image"/><Relationship Id="rId58" Target="../media/image968.png" Type="http://schemas.openxmlformats.org/officeDocument/2006/relationships/image"/><Relationship Id="rId59" Target="../media/image969.png" Type="http://schemas.openxmlformats.org/officeDocument/2006/relationships/image"/><Relationship Id="rId6" Target="../media/image4.png" Type="http://schemas.openxmlformats.org/officeDocument/2006/relationships/image"/><Relationship Id="rId60" Target="../media/image970.png" Type="http://schemas.openxmlformats.org/officeDocument/2006/relationships/image"/><Relationship Id="rId61" Target="../media/image971.png" Type="http://schemas.openxmlformats.org/officeDocument/2006/relationships/image"/><Relationship Id="rId62" Target="../media/image848.png" Type="http://schemas.openxmlformats.org/officeDocument/2006/relationships/image"/><Relationship Id="rId63" Target="../media/image972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3.png" Type="http://schemas.openxmlformats.org/officeDocument/2006/relationships/image"/><Relationship Id="rId11" Target="../media/image849.png" Type="http://schemas.openxmlformats.org/officeDocument/2006/relationships/image"/><Relationship Id="rId12" Target="../media/image974.png" Type="http://schemas.openxmlformats.org/officeDocument/2006/relationships/image"/><Relationship Id="rId13" Target="../media/image925.png" Type="http://schemas.openxmlformats.org/officeDocument/2006/relationships/image"/><Relationship Id="rId14" Target="../media/image975.png" Type="http://schemas.openxmlformats.org/officeDocument/2006/relationships/image"/><Relationship Id="rId15" Target="../media/image976.png" Type="http://schemas.openxmlformats.org/officeDocument/2006/relationships/image"/><Relationship Id="rId16" Target="../media/image977.png" Type="http://schemas.openxmlformats.org/officeDocument/2006/relationships/image"/><Relationship Id="rId17" Target="../media/image978.png" Type="http://schemas.openxmlformats.org/officeDocument/2006/relationships/image"/><Relationship Id="rId18" Target="../media/image979.png" Type="http://schemas.openxmlformats.org/officeDocument/2006/relationships/image"/><Relationship Id="rId19" Target="../media/image980.png" Type="http://schemas.openxmlformats.org/officeDocument/2006/relationships/image"/><Relationship Id="rId2" Target="../media/image12.png" Type="http://schemas.openxmlformats.org/officeDocument/2006/relationships/image"/><Relationship Id="rId20" Target="../media/image981.png" Type="http://schemas.openxmlformats.org/officeDocument/2006/relationships/image"/><Relationship Id="rId21" Target="../media/image982.png" Type="http://schemas.openxmlformats.org/officeDocument/2006/relationships/image"/><Relationship Id="rId22" Target="../media/image983.png" Type="http://schemas.openxmlformats.org/officeDocument/2006/relationships/image"/><Relationship Id="rId23" Target="../media/image984.png" Type="http://schemas.openxmlformats.org/officeDocument/2006/relationships/image"/><Relationship Id="rId24" Target="../media/image985.png" Type="http://schemas.openxmlformats.org/officeDocument/2006/relationships/image"/><Relationship Id="rId25" Target="../media/image986.png" Type="http://schemas.openxmlformats.org/officeDocument/2006/relationships/image"/><Relationship Id="rId26" Target="../media/image987.png" Type="http://schemas.openxmlformats.org/officeDocument/2006/relationships/image"/><Relationship Id="rId27" Target="../media/image988.png" Type="http://schemas.openxmlformats.org/officeDocument/2006/relationships/image"/><Relationship Id="rId28" Target="../media/image989.png" Type="http://schemas.openxmlformats.org/officeDocument/2006/relationships/image"/><Relationship Id="rId29" Target="../media/image990.png" Type="http://schemas.openxmlformats.org/officeDocument/2006/relationships/image"/><Relationship Id="rId3" Target="../media/image1.png" Type="http://schemas.openxmlformats.org/officeDocument/2006/relationships/image"/><Relationship Id="rId30" Target="../media/image991.png" Type="http://schemas.openxmlformats.org/officeDocument/2006/relationships/image"/><Relationship Id="rId31" Target="../media/image992.png" Type="http://schemas.openxmlformats.org/officeDocument/2006/relationships/image"/><Relationship Id="rId32" Target="../media/image993.png" Type="http://schemas.openxmlformats.org/officeDocument/2006/relationships/image"/><Relationship Id="rId33" Target="../media/image994.png" Type="http://schemas.openxmlformats.org/officeDocument/2006/relationships/image"/><Relationship Id="rId34" Target="../media/image995.png" Type="http://schemas.openxmlformats.org/officeDocument/2006/relationships/image"/><Relationship Id="rId35" Target="../media/image996.png" Type="http://schemas.openxmlformats.org/officeDocument/2006/relationships/image"/><Relationship Id="rId36" Target="../media/image997.png" Type="http://schemas.openxmlformats.org/officeDocument/2006/relationships/image"/><Relationship Id="rId37" Target="../media/image998.png" Type="http://schemas.openxmlformats.org/officeDocument/2006/relationships/image"/><Relationship Id="rId38" Target="../media/image999.png" Type="http://schemas.openxmlformats.org/officeDocument/2006/relationships/image"/><Relationship Id="rId39" Target="../media/image1000.png" Type="http://schemas.openxmlformats.org/officeDocument/2006/relationships/image"/><Relationship Id="rId4" Target="../media/image2.png" Type="http://schemas.openxmlformats.org/officeDocument/2006/relationships/image"/><Relationship Id="rId40" Target="../media/image1001.png" Type="http://schemas.openxmlformats.org/officeDocument/2006/relationships/image"/><Relationship Id="rId41" Target="../media/image1002.png" Type="http://schemas.openxmlformats.org/officeDocument/2006/relationships/image"/><Relationship Id="rId42" Target="../media/image1003.png" Type="http://schemas.openxmlformats.org/officeDocument/2006/relationships/image"/><Relationship Id="rId43" Target="../media/image1004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1007.png" Type="http://schemas.openxmlformats.org/officeDocument/2006/relationships/image"/><Relationship Id="rId12" Target="../media/image36.png" Type="http://schemas.openxmlformats.org/officeDocument/2006/relationships/image"/><Relationship Id="rId13" Target="../media/image1008.png" Type="http://schemas.openxmlformats.org/officeDocument/2006/relationships/image"/><Relationship Id="rId14" Target="../media/image38.png" Type="http://schemas.openxmlformats.org/officeDocument/2006/relationships/image"/><Relationship Id="rId15" Target="../media/image1009.png" Type="http://schemas.openxmlformats.org/officeDocument/2006/relationships/image"/><Relationship Id="rId16" Target="../media/image1010.png" Type="http://schemas.openxmlformats.org/officeDocument/2006/relationships/image"/><Relationship Id="rId17" Target="../media/image43.png" Type="http://schemas.openxmlformats.org/officeDocument/2006/relationships/image"/><Relationship Id="rId18" Target="../media/image44.png" Type="http://schemas.openxmlformats.org/officeDocument/2006/relationships/image"/><Relationship Id="rId19" Target="../media/image10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1005.png" Type="http://schemas.openxmlformats.org/officeDocument/2006/relationships/image"/><Relationship Id="rId9" Target="../media/image100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2.png" Type="http://schemas.openxmlformats.org/officeDocument/2006/relationships/image"/><Relationship Id="rId11" Target="../media/image1013.png" Type="http://schemas.openxmlformats.org/officeDocument/2006/relationships/image"/><Relationship Id="rId12" Target="../media/image1014.png" Type="http://schemas.openxmlformats.org/officeDocument/2006/relationships/image"/><Relationship Id="rId13" Target="../media/image1015.png" Type="http://schemas.openxmlformats.org/officeDocument/2006/relationships/image"/><Relationship Id="rId14" Target="" TargetMode="External" Type="http://schemas.openxmlformats.org/officeDocument/2006/relationships/hyperlink"/><Relationship Id="rId2" Target="../media/image12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6.png" Type="http://schemas.openxmlformats.org/officeDocument/2006/relationships/image"/><Relationship Id="rId11" Target="../media/image1014.png" Type="http://schemas.openxmlformats.org/officeDocument/2006/relationships/image"/><Relationship Id="rId12" Target="../media/image1017.png" Type="http://schemas.openxmlformats.org/officeDocument/2006/relationships/image"/><Relationship Id="rId13" Target="../media/image1018.png" Type="http://schemas.openxmlformats.org/officeDocument/2006/relationships/image"/><Relationship Id="rId14" Target="../media/image1019.png" Type="http://schemas.openxmlformats.org/officeDocument/2006/relationships/image"/><Relationship Id="rId15" Target="../media/image1020.png" Type="http://schemas.openxmlformats.org/officeDocument/2006/relationships/image"/><Relationship Id="rId16" Target="../media/image1021.png" Type="http://schemas.openxmlformats.org/officeDocument/2006/relationships/image"/><Relationship Id="rId17" Target="../media/image1022.png" Type="http://schemas.openxmlformats.org/officeDocument/2006/relationships/image"/><Relationship Id="rId18" Target="../media/image1023.png" Type="http://schemas.openxmlformats.org/officeDocument/2006/relationships/image"/><Relationship Id="rId19" Target="../media/image1024.png" Type="http://schemas.openxmlformats.org/officeDocument/2006/relationships/image"/><Relationship Id="rId2" Target="../media/image12.png" Type="http://schemas.openxmlformats.org/officeDocument/2006/relationships/image"/><Relationship Id="rId20" Target="../media/image1025.png" Type="http://schemas.openxmlformats.org/officeDocument/2006/relationships/image"/><Relationship Id="rId21" Target="../media/image1026.png" Type="http://schemas.openxmlformats.org/officeDocument/2006/relationships/image"/><Relationship Id="rId22" Target="../media/image1027.png" Type="http://schemas.openxmlformats.org/officeDocument/2006/relationships/image"/><Relationship Id="rId23" Target="../media/image1028.png" Type="http://schemas.openxmlformats.org/officeDocument/2006/relationships/image"/><Relationship Id="rId24" Target="../media/image1029.png" Type="http://schemas.openxmlformats.org/officeDocument/2006/relationships/image"/><Relationship Id="rId25" Target="../media/image1030.png" Type="http://schemas.openxmlformats.org/officeDocument/2006/relationships/image"/><Relationship Id="rId26" Target="../media/image1031.png" Type="http://schemas.openxmlformats.org/officeDocument/2006/relationships/image"/><Relationship Id="rId27" Target="../media/image1032.png" Type="http://schemas.openxmlformats.org/officeDocument/2006/relationships/image"/><Relationship Id="rId28" Target="../media/image1033.png" Type="http://schemas.openxmlformats.org/officeDocument/2006/relationships/image"/><Relationship Id="rId29" Target="../media/image1034.png" Type="http://schemas.openxmlformats.org/officeDocument/2006/relationships/image"/><Relationship Id="rId3" Target="../media/image1.png" Type="http://schemas.openxmlformats.org/officeDocument/2006/relationships/image"/><Relationship Id="rId30" Target="../media/image1035.png" Type="http://schemas.openxmlformats.org/officeDocument/2006/relationships/image"/><Relationship Id="rId31" Target="../media/image1036.png" Type="http://schemas.openxmlformats.org/officeDocument/2006/relationships/image"/><Relationship Id="rId32" Target="../media/image1037.png" Type="http://schemas.openxmlformats.org/officeDocument/2006/relationships/image"/><Relationship Id="rId33" Target="../media/image1038.png" Type="http://schemas.openxmlformats.org/officeDocument/2006/relationships/image"/><Relationship Id="rId34" Target="../media/image1039.png" Type="http://schemas.openxmlformats.org/officeDocument/2006/relationships/image"/><Relationship Id="rId35" Target="../media/image1040.png" Type="http://schemas.openxmlformats.org/officeDocument/2006/relationships/image"/><Relationship Id="rId36" Target="../media/image1041.png" Type="http://schemas.openxmlformats.org/officeDocument/2006/relationships/image"/><Relationship Id="rId37" Target="../media/image1042.png" Type="http://schemas.openxmlformats.org/officeDocument/2006/relationships/image"/><Relationship Id="rId38" Target="../media/image1043.png" Type="http://schemas.openxmlformats.org/officeDocument/2006/relationships/image"/><Relationship Id="rId39" Target="../media/image1044.png" Type="http://schemas.openxmlformats.org/officeDocument/2006/relationships/image"/><Relationship Id="rId4" Target="../media/image2.png" Type="http://schemas.openxmlformats.org/officeDocument/2006/relationships/image"/><Relationship Id="rId40" Target="../media/image1045.png" Type="http://schemas.openxmlformats.org/officeDocument/2006/relationships/image"/><Relationship Id="rId41" Target="../media/image1046.png" Type="http://schemas.openxmlformats.org/officeDocument/2006/relationships/image"/><Relationship Id="rId42" Target="../media/image1047.png" Type="http://schemas.openxmlformats.org/officeDocument/2006/relationships/image"/><Relationship Id="rId43" Target="../media/image1048.png" Type="http://schemas.openxmlformats.org/officeDocument/2006/relationships/image"/><Relationship Id="rId44" Target="../media/image1049.png" Type="http://schemas.openxmlformats.org/officeDocument/2006/relationships/image"/><Relationship Id="rId45" Target="../media/image1050.png" Type="http://schemas.openxmlformats.org/officeDocument/2006/relationships/image"/><Relationship Id="rId46" Target="../media/image1051.png" Type="http://schemas.openxmlformats.org/officeDocument/2006/relationships/image"/><Relationship Id="rId47" Target="../media/image1052.png" Type="http://schemas.openxmlformats.org/officeDocument/2006/relationships/image"/><Relationship Id="rId48" Target="../media/image1053.png" Type="http://schemas.openxmlformats.org/officeDocument/2006/relationships/image"/><Relationship Id="rId49" Target="../media/image1054.png" Type="http://schemas.openxmlformats.org/officeDocument/2006/relationships/image"/><Relationship Id="rId5" Target="../media/image3.png" Type="http://schemas.openxmlformats.org/officeDocument/2006/relationships/image"/><Relationship Id="rId50" Target="../media/image1055.png" Type="http://schemas.openxmlformats.org/officeDocument/2006/relationships/image"/><Relationship Id="rId51" Target="../media/image1056.png" Type="http://schemas.openxmlformats.org/officeDocument/2006/relationships/image"/><Relationship Id="rId52" Target="../media/image1057.png" Type="http://schemas.openxmlformats.org/officeDocument/2006/relationships/image"/><Relationship Id="rId53" Target="../media/image1058.png" Type="http://schemas.openxmlformats.org/officeDocument/2006/relationships/image"/><Relationship Id="rId54" Target="../media/image1059.png" Type="http://schemas.openxmlformats.org/officeDocument/2006/relationships/image"/><Relationship Id="rId55" Target="../media/image1060.png" Type="http://schemas.openxmlformats.org/officeDocument/2006/relationships/image"/><Relationship Id="rId56" Target="../media/image1061.png" Type="http://schemas.openxmlformats.org/officeDocument/2006/relationships/image"/><Relationship Id="rId57" Target="../media/image1062.png" Type="http://schemas.openxmlformats.org/officeDocument/2006/relationships/image"/><Relationship Id="rId58" Target="../media/image1063.png" Type="http://schemas.openxmlformats.org/officeDocument/2006/relationships/image"/><Relationship Id="rId59" Target="../media/image1064.png" Type="http://schemas.openxmlformats.org/officeDocument/2006/relationships/image"/><Relationship Id="rId6" Target="../media/image4.png" Type="http://schemas.openxmlformats.org/officeDocument/2006/relationships/image"/><Relationship Id="rId60" Target="../media/image1065.png" Type="http://schemas.openxmlformats.org/officeDocument/2006/relationships/image"/><Relationship Id="rId61" Target="../media/image1066.png" Type="http://schemas.openxmlformats.org/officeDocument/2006/relationships/image"/><Relationship Id="rId62" Target="../media/image1067.png" Type="http://schemas.openxmlformats.org/officeDocument/2006/relationships/image"/><Relationship Id="rId63" Target="../media/image1068.png" Type="http://schemas.openxmlformats.org/officeDocument/2006/relationships/image"/><Relationship Id="rId64" Target="../media/image1069.png" Type="http://schemas.openxmlformats.org/officeDocument/2006/relationships/image"/><Relationship Id="rId65" Target="../media/image1070.png" Type="http://schemas.openxmlformats.org/officeDocument/2006/relationships/image"/><Relationship Id="rId66" Target="../media/image1071.png" Type="http://schemas.openxmlformats.org/officeDocument/2006/relationships/image"/><Relationship Id="rId67" Target="../media/image1072.png" Type="http://schemas.openxmlformats.org/officeDocument/2006/relationships/image"/><Relationship Id="rId68" Target="../media/image1073.png" Type="http://schemas.openxmlformats.org/officeDocument/2006/relationships/image"/><Relationship Id="rId69" Target="../media/image107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5.png" Type="http://schemas.openxmlformats.org/officeDocument/2006/relationships/image"/><Relationship Id="rId11" Target="../media/image1014.png" Type="http://schemas.openxmlformats.org/officeDocument/2006/relationships/image"/><Relationship Id="rId12" Target="../media/image1076.png" Type="http://schemas.openxmlformats.org/officeDocument/2006/relationships/image"/><Relationship Id="rId13" Target="../media/image1077.png" Type="http://schemas.openxmlformats.org/officeDocument/2006/relationships/image"/><Relationship Id="rId14" Target="../media/image1078.png" Type="http://schemas.openxmlformats.org/officeDocument/2006/relationships/image"/><Relationship Id="rId15" Target="../media/image1079.png" Type="http://schemas.openxmlformats.org/officeDocument/2006/relationships/image"/><Relationship Id="rId16" Target="../media/image1080.png" Type="http://schemas.openxmlformats.org/officeDocument/2006/relationships/image"/><Relationship Id="rId17" Target="../media/image1081.png" Type="http://schemas.openxmlformats.org/officeDocument/2006/relationships/image"/><Relationship Id="rId18" Target="../media/image1082.png" Type="http://schemas.openxmlformats.org/officeDocument/2006/relationships/image"/><Relationship Id="rId19" Target="../media/image1083.png" Type="http://schemas.openxmlformats.org/officeDocument/2006/relationships/image"/><Relationship Id="rId2" Target="../media/image12.png" Type="http://schemas.openxmlformats.org/officeDocument/2006/relationships/image"/><Relationship Id="rId20" Target="../media/image1084.png" Type="http://schemas.openxmlformats.org/officeDocument/2006/relationships/image"/><Relationship Id="rId21" Target="../media/image1085.png" Type="http://schemas.openxmlformats.org/officeDocument/2006/relationships/image"/><Relationship Id="rId22" Target="../media/image1086.png" Type="http://schemas.openxmlformats.org/officeDocument/2006/relationships/image"/><Relationship Id="rId23" Target="../media/image1087.png" Type="http://schemas.openxmlformats.org/officeDocument/2006/relationships/image"/><Relationship Id="rId24" Target="../media/image1088.png" Type="http://schemas.openxmlformats.org/officeDocument/2006/relationships/image"/><Relationship Id="rId25" Target="../media/image1089.png" Type="http://schemas.openxmlformats.org/officeDocument/2006/relationships/image"/><Relationship Id="rId26" Target="../media/image1090.png" Type="http://schemas.openxmlformats.org/officeDocument/2006/relationships/image"/><Relationship Id="rId27" Target="../media/image1091.png" Type="http://schemas.openxmlformats.org/officeDocument/2006/relationships/image"/><Relationship Id="rId28" Target="../media/image1092.png" Type="http://schemas.openxmlformats.org/officeDocument/2006/relationships/image"/><Relationship Id="rId29" Target="../media/image1093.png" Type="http://schemas.openxmlformats.org/officeDocument/2006/relationships/image"/><Relationship Id="rId3" Target="../media/image1.png" Type="http://schemas.openxmlformats.org/officeDocument/2006/relationships/image"/><Relationship Id="rId30" Target="../media/image1094.png" Type="http://schemas.openxmlformats.org/officeDocument/2006/relationships/image"/><Relationship Id="rId31" Target="../media/image1095.png" Type="http://schemas.openxmlformats.org/officeDocument/2006/relationships/image"/><Relationship Id="rId32" Target="../media/image1096.png" Type="http://schemas.openxmlformats.org/officeDocument/2006/relationships/image"/><Relationship Id="rId33" Target="../media/image1097.png" Type="http://schemas.openxmlformats.org/officeDocument/2006/relationships/image"/><Relationship Id="rId34" Target="../media/image1098.png" Type="http://schemas.openxmlformats.org/officeDocument/2006/relationships/image"/><Relationship Id="rId35" Target="../media/image1099.png" Type="http://schemas.openxmlformats.org/officeDocument/2006/relationships/image"/><Relationship Id="rId36" Target="../media/image1100.png" Type="http://schemas.openxmlformats.org/officeDocument/2006/relationships/image"/><Relationship Id="rId37" Target="../media/image1101.png" Type="http://schemas.openxmlformats.org/officeDocument/2006/relationships/image"/><Relationship Id="rId38" Target="../media/image1102.png" Type="http://schemas.openxmlformats.org/officeDocument/2006/relationships/image"/><Relationship Id="rId39" Target="../media/image1103.png" Type="http://schemas.openxmlformats.org/officeDocument/2006/relationships/image"/><Relationship Id="rId4" Target="../media/image2.png" Type="http://schemas.openxmlformats.org/officeDocument/2006/relationships/image"/><Relationship Id="rId40" Target="../media/image1104.png" Type="http://schemas.openxmlformats.org/officeDocument/2006/relationships/image"/><Relationship Id="rId41" Target="../media/image1105.png" Type="http://schemas.openxmlformats.org/officeDocument/2006/relationships/image"/><Relationship Id="rId42" Target="../media/image1106.png" Type="http://schemas.openxmlformats.org/officeDocument/2006/relationships/image"/><Relationship Id="rId43" Target="../media/image1107.png" Type="http://schemas.openxmlformats.org/officeDocument/2006/relationships/image"/><Relationship Id="rId44" Target="../media/image1108.png" Type="http://schemas.openxmlformats.org/officeDocument/2006/relationships/image"/><Relationship Id="rId45" Target="../media/image1109.png" Type="http://schemas.openxmlformats.org/officeDocument/2006/relationships/image"/><Relationship Id="rId46" Target="../media/image1110.png" Type="http://schemas.openxmlformats.org/officeDocument/2006/relationships/image"/><Relationship Id="rId47" Target="../media/image1111.png" Type="http://schemas.openxmlformats.org/officeDocument/2006/relationships/image"/><Relationship Id="rId48" Target="../media/image1112.png" Type="http://schemas.openxmlformats.org/officeDocument/2006/relationships/image"/><Relationship Id="rId49" Target="../media/image658.png" Type="http://schemas.openxmlformats.org/officeDocument/2006/relationships/image"/><Relationship Id="rId5" Target="../media/image3.png" Type="http://schemas.openxmlformats.org/officeDocument/2006/relationships/image"/><Relationship Id="rId50" Target="../media/image1113.png" Type="http://schemas.openxmlformats.org/officeDocument/2006/relationships/image"/><Relationship Id="rId51" Target="../media/image1114.png" Type="http://schemas.openxmlformats.org/officeDocument/2006/relationships/image"/><Relationship Id="rId52" Target="../media/image1115.png" Type="http://schemas.openxmlformats.org/officeDocument/2006/relationships/image"/><Relationship Id="rId53" Target="../media/image1116.png" Type="http://schemas.openxmlformats.org/officeDocument/2006/relationships/image"/><Relationship Id="rId54" Target="../media/image1117.png" Type="http://schemas.openxmlformats.org/officeDocument/2006/relationships/image"/><Relationship Id="rId55" Target="../media/image1118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png" Type="http://schemas.openxmlformats.org/officeDocument/2006/relationships/image"/><Relationship Id="rId12" Target="../media/image1122.png" Type="http://schemas.openxmlformats.org/officeDocument/2006/relationships/image"/><Relationship Id="rId13" Target="../media/image1123.png" Type="http://schemas.openxmlformats.org/officeDocument/2006/relationships/image"/><Relationship Id="rId2" Target="../media/image1119.png" Type="http://schemas.openxmlformats.org/officeDocument/2006/relationships/image"/><Relationship Id="rId3" Target="../media/image1120.png" Type="http://schemas.openxmlformats.org/officeDocument/2006/relationships/image"/><Relationship Id="rId4" Target="../media/image1121.png" Type="http://schemas.openxmlformats.org/officeDocument/2006/relationships/image"/><Relationship Id="rId5" Target="../media/image12.png" Type="http://schemas.openxmlformats.org/officeDocument/2006/relationships/image"/><Relationship Id="rId6" Target="../media/image1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9.png" Type="http://schemas.openxmlformats.org/officeDocument/2006/relationships/image"/><Relationship Id="rId2" Target="../media/image1124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25.png" Type="http://schemas.openxmlformats.org/officeDocument/2006/relationships/image"/><Relationship Id="rId7" Target="../media/image1126.png" Type="http://schemas.openxmlformats.org/officeDocument/2006/relationships/image"/><Relationship Id="rId8" Target="../media/image1127.png" Type="http://schemas.openxmlformats.org/officeDocument/2006/relationships/image"/><Relationship Id="rId9" Target="../media/image11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89000" y="12585700"/>
            <a:ext cx="226187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9200" y="1003300"/>
            <a:ext cx="9779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724900" y="8280400"/>
            <a:ext cx="45085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60900" y="5511800"/>
            <a:ext cx="14935200" cy="2400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302500" y="3797300"/>
            <a:ext cx="977900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592300" y="10566400"/>
            <a:ext cx="7023100" cy="52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579600" y="9944100"/>
            <a:ext cx="70231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60300" y="9867900"/>
            <a:ext cx="17399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592300" y="8851900"/>
            <a:ext cx="7023100" cy="520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579600" y="8229600"/>
            <a:ext cx="70231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560300" y="8140700"/>
            <a:ext cx="1739900" cy="82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592300" y="7124700"/>
            <a:ext cx="7023100" cy="520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579600" y="6502400"/>
            <a:ext cx="70231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547600" y="6413500"/>
            <a:ext cx="1778000" cy="825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826000" y="10566400"/>
            <a:ext cx="7023100" cy="520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813300" y="9944100"/>
            <a:ext cx="7023100" cy="660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806700" y="9867900"/>
            <a:ext cx="1739900" cy="825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826000" y="8851900"/>
            <a:ext cx="7023100" cy="520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4813300" y="8229600"/>
            <a:ext cx="7023100" cy="660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806700" y="8140700"/>
            <a:ext cx="1739900" cy="825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826000" y="7124700"/>
            <a:ext cx="8242300" cy="520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4813300" y="6502400"/>
            <a:ext cx="7023100" cy="660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806700" y="6413500"/>
            <a:ext cx="1739900" cy="825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797800" y="2667000"/>
            <a:ext cx="8788400" cy="191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3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685800" y="3835400"/>
            <a:ext cx="14935200" cy="213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87400" y="1930400"/>
            <a:ext cx="9817100" cy="218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320072">
            <a:off x="10236200" y="1778000"/>
            <a:ext cx="3479800" cy="3479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16300" y="6629400"/>
            <a:ext cx="14147800" cy="533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89200" y="6794500"/>
            <a:ext cx="419100" cy="203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416300" y="7505700"/>
            <a:ext cx="141478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7670800"/>
            <a:ext cx="419100" cy="20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416300" y="8382000"/>
            <a:ext cx="14147800" cy="533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8547100"/>
            <a:ext cx="419100" cy="203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416300" y="9245600"/>
            <a:ext cx="14147800" cy="533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9423400"/>
            <a:ext cx="419100" cy="203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416300" y="10134600"/>
            <a:ext cx="14147800" cy="533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10299700"/>
            <a:ext cx="419100" cy="203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416300" y="11010900"/>
            <a:ext cx="14147800" cy="533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11176000"/>
            <a:ext cx="419100" cy="203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489200" y="12687300"/>
            <a:ext cx="685800" cy="139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683000" y="12674600"/>
            <a:ext cx="495300" cy="139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813300" y="12700000"/>
            <a:ext cx="495300" cy="139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969000" y="12700000"/>
            <a:ext cx="495300" cy="139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035800" y="12700000"/>
            <a:ext cx="495300" cy="139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102600" y="12687300"/>
            <a:ext cx="495300" cy="139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321800" y="12496800"/>
            <a:ext cx="38862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86000" y="10007600"/>
            <a:ext cx="5994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01900" y="8788400"/>
            <a:ext cx="5562600" cy="736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937000" y="5588000"/>
            <a:ext cx="2692400" cy="2692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749800" y="6388100"/>
            <a:ext cx="1066800" cy="1092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080500" y="10007600"/>
            <a:ext cx="6667500" cy="95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639300" y="8788400"/>
            <a:ext cx="5562600" cy="736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074400" y="5588000"/>
            <a:ext cx="2692400" cy="2692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887200" y="6388100"/>
            <a:ext cx="1066800" cy="1092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560800" y="10007600"/>
            <a:ext cx="5562600" cy="952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560800" y="8788400"/>
            <a:ext cx="5562600" cy="736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7995900" y="5588000"/>
            <a:ext cx="2692400" cy="2692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808700" y="6388100"/>
            <a:ext cx="1066800" cy="1092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276600" y="596900"/>
            <a:ext cx="4064000" cy="482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01800" y="2667000"/>
            <a:ext cx="215519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76600" y="596900"/>
            <a:ext cx="40640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47800" y="8331200"/>
            <a:ext cx="5295900" cy="309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794000" y="9029700"/>
            <a:ext cx="2616200" cy="876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276600" y="10185400"/>
            <a:ext cx="1676400" cy="44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47800" y="7416800"/>
            <a:ext cx="9728200" cy="508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908800" y="8331200"/>
            <a:ext cx="5295900" cy="3098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394700" y="9029700"/>
            <a:ext cx="2336800" cy="876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724900" y="10185400"/>
            <a:ext cx="1676400" cy="444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382500" y="8331200"/>
            <a:ext cx="5295900" cy="309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160500" y="9029700"/>
            <a:ext cx="1689100" cy="876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728700" y="10185400"/>
            <a:ext cx="2565400" cy="444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843500" y="8331200"/>
            <a:ext cx="5295900" cy="3098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951700" y="9029700"/>
            <a:ext cx="1714500" cy="876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418300" y="10185400"/>
            <a:ext cx="2260600" cy="444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73200" y="3263900"/>
            <a:ext cx="9779000" cy="3606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47800" y="3111500"/>
            <a:ext cx="9817100" cy="736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66900" y="4381500"/>
            <a:ext cx="9728200" cy="444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66900" y="3225800"/>
            <a:ext cx="9144000" cy="508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866900" y="5054600"/>
            <a:ext cx="9728200" cy="444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66900" y="5689600"/>
            <a:ext cx="9728200" cy="444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106400" y="3352800"/>
            <a:ext cx="9779000" cy="3517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3093700" y="3111500"/>
            <a:ext cx="9804400" cy="736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3411200" y="3225800"/>
            <a:ext cx="9271000" cy="508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3411200" y="4381500"/>
            <a:ext cx="9728200" cy="444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3411200" y="5054600"/>
            <a:ext cx="9728200" cy="444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3411200" y="5689600"/>
            <a:ext cx="9728200" cy="444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1734800" y="4711700"/>
            <a:ext cx="927100" cy="711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447800" y="11849100"/>
            <a:ext cx="21691600" cy="8128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47800" y="11849100"/>
            <a:ext cx="177800" cy="812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2082800" y="12014200"/>
            <a:ext cx="206248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28778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76600" y="596900"/>
            <a:ext cx="40640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908800" y="3111500"/>
            <a:ext cx="5295900" cy="8813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93000" y="3632200"/>
            <a:ext cx="1066800" cy="1066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607300" y="3771900"/>
            <a:ext cx="825500" cy="787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086600" y="5067300"/>
            <a:ext cx="2324100" cy="711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594600" y="5892800"/>
            <a:ext cx="2260600" cy="44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442200" y="7124700"/>
            <a:ext cx="4330700" cy="444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442200" y="8013700"/>
            <a:ext cx="4330700" cy="444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442200" y="8890000"/>
            <a:ext cx="4368800" cy="444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7805400" y="3111500"/>
            <a:ext cx="5295900" cy="8813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389600" y="3632200"/>
            <a:ext cx="1066800" cy="1066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8503900" y="3771900"/>
            <a:ext cx="825500" cy="787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8148300" y="5067300"/>
            <a:ext cx="2324100" cy="711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8427700" y="5892800"/>
            <a:ext cx="2514600" cy="444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427700" y="7124700"/>
            <a:ext cx="4330700" cy="444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427700" y="8013700"/>
            <a:ext cx="4330700" cy="444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8427700" y="8890000"/>
            <a:ext cx="4368800" cy="444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485900" y="3111500"/>
            <a:ext cx="5295900" cy="8813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057400" y="3632200"/>
            <a:ext cx="1066800" cy="1066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184400" y="3771900"/>
            <a:ext cx="825500" cy="787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89100" y="5118100"/>
            <a:ext cx="3632200" cy="711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159000" y="5892800"/>
            <a:ext cx="3759200" cy="444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943100" y="7124700"/>
            <a:ext cx="4330700" cy="444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943100" y="8013700"/>
            <a:ext cx="4330700" cy="444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930400" y="8890000"/>
            <a:ext cx="4368800" cy="444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930400" y="9779000"/>
            <a:ext cx="4368800" cy="444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930400" y="10655300"/>
            <a:ext cx="4368800" cy="444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344400" y="3111500"/>
            <a:ext cx="5295900" cy="88138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2915900" y="3632200"/>
            <a:ext cx="1066800" cy="1066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3030200" y="3771900"/>
            <a:ext cx="825500" cy="787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2306300" y="5067300"/>
            <a:ext cx="2324100" cy="711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3017500" y="5892800"/>
            <a:ext cx="2514600" cy="444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954000" y="8890000"/>
            <a:ext cx="4330700" cy="444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915900" y="9779000"/>
            <a:ext cx="4330700" cy="444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2928600" y="10655300"/>
            <a:ext cx="4584700" cy="444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928600" y="8013700"/>
            <a:ext cx="4584700" cy="444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915900" y="7124700"/>
            <a:ext cx="43307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76600" y="596900"/>
            <a:ext cx="40640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2832100"/>
            <a:ext cx="21488400" cy="1130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66800" y="2832100"/>
            <a:ext cx="3873500" cy="1130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35100" y="3098800"/>
            <a:ext cx="1866900" cy="609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4203700"/>
            <a:ext cx="21488400" cy="1130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66800" y="4203700"/>
            <a:ext cx="3873500" cy="1130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35100" y="4470400"/>
            <a:ext cx="2324100" cy="609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5575300"/>
            <a:ext cx="21488400" cy="1130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66800" y="5575300"/>
            <a:ext cx="38735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35100" y="5842000"/>
            <a:ext cx="2565400" cy="60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6946900"/>
            <a:ext cx="21488400" cy="1130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6800" y="6946900"/>
            <a:ext cx="3873500" cy="1130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35100" y="7213600"/>
            <a:ext cx="1765300" cy="609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8318500"/>
            <a:ext cx="21488400" cy="1130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66800" y="8318500"/>
            <a:ext cx="3873500" cy="1130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35100" y="8585200"/>
            <a:ext cx="1765300" cy="609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9690100"/>
            <a:ext cx="21488400" cy="1130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66800" y="9690100"/>
            <a:ext cx="3873500" cy="1130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35100" y="9956800"/>
            <a:ext cx="2489200" cy="609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11061700"/>
            <a:ext cx="21488400" cy="1130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66800" y="11061700"/>
            <a:ext cx="3873500" cy="1130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35100" y="11328400"/>
            <a:ext cx="1765300" cy="609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794000" y="1968500"/>
            <a:ext cx="4330700" cy="444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92200" y="1892300"/>
            <a:ext cx="1524000" cy="596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82700" y="2006600"/>
            <a:ext cx="1155700" cy="406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5588000" y="3022600"/>
            <a:ext cx="2044700" cy="800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5842000" y="3213100"/>
            <a:ext cx="1549400" cy="419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8178800" y="3022600"/>
            <a:ext cx="2349500" cy="800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470900" y="3225800"/>
            <a:ext cx="1778000" cy="419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1074400" y="3022600"/>
            <a:ext cx="1663700" cy="800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1277600" y="3213100"/>
            <a:ext cx="1257300" cy="419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4274800" y="9880600"/>
            <a:ext cx="2959100" cy="8001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630400" y="10071100"/>
            <a:ext cx="2235200" cy="4191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588000" y="4368800"/>
            <a:ext cx="2044700" cy="8001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5842000" y="4559300"/>
            <a:ext cx="1549400" cy="4191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8178800" y="4368800"/>
            <a:ext cx="3340100" cy="8001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8597900" y="4572000"/>
            <a:ext cx="2514600" cy="4191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2065000" y="4368800"/>
            <a:ext cx="2044700" cy="8001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319000" y="4572000"/>
            <a:ext cx="1549400" cy="4191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4655800" y="4368800"/>
            <a:ext cx="2044700" cy="8001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4909800" y="4572000"/>
            <a:ext cx="1549400" cy="4191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588000" y="5740400"/>
            <a:ext cx="3048000" cy="8001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5969000" y="5943600"/>
            <a:ext cx="2286000" cy="4191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9169400" y="5740400"/>
            <a:ext cx="3517900" cy="8001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613900" y="5930900"/>
            <a:ext cx="2641600" cy="4191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3233400" y="5740400"/>
            <a:ext cx="1981200" cy="8001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3474700" y="5930900"/>
            <a:ext cx="1498600" cy="4191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5588000" y="7112000"/>
            <a:ext cx="2247900" cy="8001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867400" y="7302500"/>
            <a:ext cx="1701800" cy="4191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8382000" y="7112000"/>
            <a:ext cx="2247900" cy="8001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8623300" y="7302500"/>
            <a:ext cx="1701800" cy="4191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1176000" y="7112000"/>
            <a:ext cx="2247900" cy="8001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1455400" y="7302500"/>
            <a:ext cx="1701800" cy="4191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3970000" y="7112000"/>
            <a:ext cx="1663700" cy="8001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4173200" y="7302500"/>
            <a:ext cx="1257300" cy="4191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5588000" y="8483600"/>
            <a:ext cx="2628900" cy="8001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5918200" y="8686800"/>
            <a:ext cx="1968500" cy="4191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750300" y="8483600"/>
            <a:ext cx="2247900" cy="8001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9029700" y="8674100"/>
            <a:ext cx="1689100" cy="4191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1531600" y="8483600"/>
            <a:ext cx="2908300" cy="8001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1899900" y="8674100"/>
            <a:ext cx="2184400" cy="4191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5588000" y="9855200"/>
            <a:ext cx="2044700" cy="8001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5842000" y="10045700"/>
            <a:ext cx="1549400" cy="4191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2331700" y="9867900"/>
            <a:ext cx="1397000" cy="8001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2509500" y="10058400"/>
            <a:ext cx="1054100" cy="4191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178800" y="9867900"/>
            <a:ext cx="1993900" cy="8001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8432800" y="10058400"/>
            <a:ext cx="1498600" cy="4191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0718800" y="9867900"/>
            <a:ext cx="1079500" cy="8001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0845800" y="10058400"/>
            <a:ext cx="812800" cy="4191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5588000" y="11226800"/>
            <a:ext cx="2628900" cy="8001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5918200" y="11430000"/>
            <a:ext cx="1968500" cy="4191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8750300" y="11226800"/>
            <a:ext cx="1993900" cy="8001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0">
            <a:off x="9004300" y="11417300"/>
            <a:ext cx="1498600" cy="4191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11290300" y="11226800"/>
            <a:ext cx="3302000" cy="8001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11696700" y="11417300"/>
            <a:ext cx="24892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76600" y="596900"/>
            <a:ext cx="40640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2700" y="5791200"/>
            <a:ext cx="21869400" cy="1155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82700" y="5689600"/>
            <a:ext cx="21869400" cy="165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57300" y="8001000"/>
            <a:ext cx="21869400" cy="1143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82700" y="9118600"/>
            <a:ext cx="21869400" cy="1143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70000" y="10236200"/>
            <a:ext cx="21869400" cy="1143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82700" y="11391900"/>
            <a:ext cx="21869400" cy="1143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38300" y="5918200"/>
            <a:ext cx="1333500" cy="482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38300" y="6375400"/>
            <a:ext cx="16637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38300" y="7035800"/>
            <a:ext cx="1981200" cy="482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38300" y="7493000"/>
            <a:ext cx="2476500" cy="36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38300" y="8153400"/>
            <a:ext cx="2273300" cy="482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38300" y="8610600"/>
            <a:ext cx="2832100" cy="368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25600" y="9271000"/>
            <a:ext cx="1435100" cy="482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25600" y="9728200"/>
            <a:ext cx="41910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38300" y="11557000"/>
            <a:ext cx="29591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38300" y="12001500"/>
            <a:ext cx="3708400" cy="368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25600" y="10414000"/>
            <a:ext cx="4191000" cy="48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625600" y="10858500"/>
            <a:ext cx="3886200" cy="368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591300" y="11760200"/>
            <a:ext cx="381000" cy="381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185400" y="11760200"/>
            <a:ext cx="381000" cy="381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273800" y="4533900"/>
            <a:ext cx="914400" cy="482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426200" y="5092700"/>
            <a:ext cx="6223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9652000" y="4533900"/>
            <a:ext cx="1409700" cy="482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880600" y="5092700"/>
            <a:ext cx="9525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3512800" y="4533900"/>
            <a:ext cx="914400" cy="482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3665200" y="5092700"/>
            <a:ext cx="6223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7081500" y="4533900"/>
            <a:ext cx="914400" cy="482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7233900" y="5092700"/>
            <a:ext cx="6223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0764500" y="4533900"/>
            <a:ext cx="914400" cy="482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0916900" y="5092700"/>
            <a:ext cx="6223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007100" y="2832100"/>
            <a:ext cx="1460500" cy="1460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273800" y="2209800"/>
            <a:ext cx="939800" cy="774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9372600" y="2590800"/>
            <a:ext cx="1905000" cy="1905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0007600" y="2336800"/>
            <a:ext cx="685800" cy="508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3220700" y="2908300"/>
            <a:ext cx="1460500" cy="1460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3436600" y="2717800"/>
            <a:ext cx="1066800" cy="609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6941800" y="2832100"/>
            <a:ext cx="1473200" cy="1460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7106900" y="2514600"/>
            <a:ext cx="863600" cy="495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20523200" y="2819400"/>
            <a:ext cx="1460500" cy="14605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20478318">
            <a:off x="20523200" y="2730500"/>
            <a:ext cx="1016000" cy="5715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591300" y="10642600"/>
            <a:ext cx="381000" cy="3810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185400" y="10642600"/>
            <a:ext cx="381000" cy="3810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804900" y="10642600"/>
            <a:ext cx="381000" cy="3810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399000" y="10642600"/>
            <a:ext cx="381000" cy="3810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1018500" y="10642600"/>
            <a:ext cx="381000" cy="3810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591300" y="9525000"/>
            <a:ext cx="381000" cy="3810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804900" y="9525000"/>
            <a:ext cx="381000" cy="3810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591300" y="8407400"/>
            <a:ext cx="381000" cy="381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185400" y="8407400"/>
            <a:ext cx="381000" cy="381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804900" y="8407400"/>
            <a:ext cx="381000" cy="381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399000" y="8407400"/>
            <a:ext cx="381000" cy="3810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1018500" y="8407400"/>
            <a:ext cx="381000" cy="3810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591300" y="7289800"/>
            <a:ext cx="381000" cy="381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185400" y="7289800"/>
            <a:ext cx="381000" cy="3810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804900" y="7289800"/>
            <a:ext cx="381000" cy="3810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591300" y="6172200"/>
            <a:ext cx="381000" cy="3810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399000" y="6172200"/>
            <a:ext cx="381000" cy="3810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1018500" y="6172200"/>
            <a:ext cx="381000" cy="3810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3855700" y="11798300"/>
            <a:ext cx="279400" cy="2921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7449800" y="11798300"/>
            <a:ext cx="279400" cy="2921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21043900" y="11798300"/>
            <a:ext cx="279400" cy="2921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7449800" y="9575800"/>
            <a:ext cx="279400" cy="2794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21043900" y="9575800"/>
            <a:ext cx="279400" cy="2794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7449800" y="7327900"/>
            <a:ext cx="279400" cy="2794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21043900" y="7327900"/>
            <a:ext cx="279400" cy="2794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3855700" y="6223000"/>
            <a:ext cx="279400" cy="2794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0236200" y="9575800"/>
            <a:ext cx="279400" cy="2794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0236200" y="6223000"/>
            <a:ext cx="2794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76600" y="596900"/>
            <a:ext cx="4064000" cy="48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978400" y="4140200"/>
            <a:ext cx="495300" cy="533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25000" y="4140200"/>
            <a:ext cx="4953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71600" y="4140200"/>
            <a:ext cx="495300" cy="533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618200" y="4140200"/>
            <a:ext cx="495300" cy="533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57300" y="5359400"/>
            <a:ext cx="3594100" cy="54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57300" y="6235700"/>
            <a:ext cx="3594100" cy="71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413000" y="3784600"/>
            <a:ext cx="1244600" cy="1244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006600" y="7810500"/>
            <a:ext cx="4330700" cy="444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006600" y="8864600"/>
            <a:ext cx="4330700" cy="444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006600" y="9931400"/>
            <a:ext cx="4368800" cy="444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921000" y="4025900"/>
            <a:ext cx="279400" cy="774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21599999">
            <a:off x="1663700" y="7239000"/>
            <a:ext cx="3556000" cy="38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727700" y="5359400"/>
            <a:ext cx="3594100" cy="546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727700" y="6235700"/>
            <a:ext cx="3594100" cy="711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908800" y="3784600"/>
            <a:ext cx="1244600" cy="1244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7378700" y="4025900"/>
            <a:ext cx="355600" cy="774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350000" y="7810500"/>
            <a:ext cx="4330700" cy="444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6350000" y="8864600"/>
            <a:ext cx="4330700" cy="444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6350000" y="9931400"/>
            <a:ext cx="4368800" cy="444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21599999">
            <a:off x="5943600" y="7226300"/>
            <a:ext cx="3556000" cy="38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198100" y="5359400"/>
            <a:ext cx="3594100" cy="546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236200" y="6235700"/>
            <a:ext cx="3594100" cy="711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379200" y="3784600"/>
            <a:ext cx="1244600" cy="1244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849100" y="4025900"/>
            <a:ext cx="368300" cy="774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0769600" y="7810500"/>
            <a:ext cx="4330700" cy="444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0769600" y="8864600"/>
            <a:ext cx="4330700" cy="444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756900" y="9931400"/>
            <a:ext cx="4368800" cy="444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21599999">
            <a:off x="10401300" y="7251700"/>
            <a:ext cx="3556000" cy="38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592300" y="5359400"/>
            <a:ext cx="3594100" cy="546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4693900" y="6235700"/>
            <a:ext cx="3594100" cy="711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5773400" y="3784600"/>
            <a:ext cx="1244600" cy="1244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6217900" y="4025900"/>
            <a:ext cx="381000" cy="774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227300" y="7810500"/>
            <a:ext cx="4330700" cy="444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227300" y="8864600"/>
            <a:ext cx="4330700" cy="444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5227300" y="9931400"/>
            <a:ext cx="4368800" cy="444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21599999">
            <a:off x="14706600" y="7226300"/>
            <a:ext cx="3556000" cy="63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0281900" y="3784600"/>
            <a:ext cx="1244600" cy="1244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9100800" y="5359400"/>
            <a:ext cx="3594100" cy="5461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9100800" y="6235700"/>
            <a:ext cx="3594100" cy="7112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20739100" y="4025900"/>
            <a:ext cx="355600" cy="7747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9735800" y="7810500"/>
            <a:ext cx="4330700" cy="444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9735800" y="8864600"/>
            <a:ext cx="4330700" cy="4445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9735800" y="9931400"/>
            <a:ext cx="4368800" cy="4445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21599999">
            <a:off x="19138900" y="7239000"/>
            <a:ext cx="35560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3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16300" y="6629400"/>
            <a:ext cx="14147800" cy="53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489200" y="6794500"/>
            <a:ext cx="419100" cy="203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16300" y="7505700"/>
            <a:ext cx="14147800" cy="533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89200" y="7670800"/>
            <a:ext cx="419100" cy="203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416300" y="8382000"/>
            <a:ext cx="14147800" cy="533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89200" y="8547100"/>
            <a:ext cx="419100" cy="203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21320072">
            <a:off x="10236200" y="1778000"/>
            <a:ext cx="3479800" cy="3479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0800" y="3733800"/>
            <a:ext cx="14935200" cy="2133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87400" y="1930400"/>
            <a:ext cx="9817100" cy="2159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21320072">
            <a:off x="10236200" y="1778000"/>
            <a:ext cx="3479800" cy="3479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683000" y="12674600"/>
            <a:ext cx="4953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813300" y="12687300"/>
            <a:ext cx="4953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969000" y="12687300"/>
            <a:ext cx="4953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035800" y="12687300"/>
            <a:ext cx="4953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102600" y="12687300"/>
            <a:ext cx="495300" cy="13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321800" y="12496800"/>
            <a:ext cx="3886200" cy="533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606800" y="12687300"/>
            <a:ext cx="685800" cy="139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489200" y="12687300"/>
            <a:ext cx="4953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78200" y="584200"/>
            <a:ext cx="4064000" cy="48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33500" y="8813800"/>
            <a:ext cx="21894800" cy="5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768600" y="5283200"/>
            <a:ext cx="3594100" cy="711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32200" y="2959100"/>
            <a:ext cx="1866900" cy="1879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279900" y="3505200"/>
            <a:ext cx="584200" cy="736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768600" y="6299200"/>
            <a:ext cx="3594100" cy="40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832100" y="6972300"/>
            <a:ext cx="3594100" cy="431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768600" y="7493000"/>
            <a:ext cx="35941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366500" y="2946400"/>
            <a:ext cx="1866900" cy="1866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963400" y="3517900"/>
            <a:ext cx="660400" cy="736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502900" y="5295900"/>
            <a:ext cx="3594100" cy="711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502900" y="6299200"/>
            <a:ext cx="35941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502900" y="6972300"/>
            <a:ext cx="3594100" cy="431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502900" y="7493000"/>
            <a:ext cx="35941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9342100" y="2984500"/>
            <a:ext cx="1866900" cy="1866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9939000" y="3556000"/>
            <a:ext cx="685800" cy="736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8491200" y="5321300"/>
            <a:ext cx="3594100" cy="711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478500" y="6337300"/>
            <a:ext cx="35941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478500" y="7010400"/>
            <a:ext cx="3594100" cy="431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8478500" y="7518400"/>
            <a:ext cx="3594100" cy="431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48600" y="3467100"/>
            <a:ext cx="520700" cy="812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332200" y="3467100"/>
            <a:ext cx="520700" cy="812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587500" y="9448800"/>
            <a:ext cx="3594100" cy="508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705100" y="10312400"/>
            <a:ext cx="2489200" cy="711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2565400" y="11391900"/>
            <a:ext cx="6070600" cy="431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781300" y="11938000"/>
            <a:ext cx="4775200" cy="431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16199999">
            <a:off x="8699500" y="11417300"/>
            <a:ext cx="2159000" cy="50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867900" y="10414000"/>
            <a:ext cx="3594100" cy="711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0845800" y="11391900"/>
            <a:ext cx="4775200" cy="431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0845800" y="11938000"/>
            <a:ext cx="4775200" cy="431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16199999">
            <a:off x="15951200" y="11379200"/>
            <a:ext cx="2159000" cy="50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7018000" y="10414000"/>
            <a:ext cx="3594100" cy="711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8097500" y="11341100"/>
            <a:ext cx="4775200" cy="4318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8097500" y="11938000"/>
            <a:ext cx="4775200" cy="431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3962400" y="10579100"/>
            <a:ext cx="35941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78200" y="584200"/>
            <a:ext cx="4064000" cy="48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51000" y="2476500"/>
            <a:ext cx="20789900" cy="2540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374900" y="2984500"/>
            <a:ext cx="2082800" cy="939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527300" y="3200400"/>
            <a:ext cx="17907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01800" y="4102100"/>
            <a:ext cx="3429000" cy="40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51000" y="5588000"/>
            <a:ext cx="20789900" cy="2540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387600" y="6248400"/>
            <a:ext cx="1930400" cy="939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438400" y="6464300"/>
            <a:ext cx="1828800" cy="508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743200" y="7378700"/>
            <a:ext cx="13589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51000" y="8699500"/>
            <a:ext cx="20789900" cy="2540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387600" y="9283700"/>
            <a:ext cx="1930400" cy="939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540000" y="9499600"/>
            <a:ext cx="1612900" cy="508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717800" y="10401300"/>
            <a:ext cx="13462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7150100" y="3873500"/>
            <a:ext cx="5359400" cy="508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150100" y="3136900"/>
            <a:ext cx="4089400" cy="508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176500" y="3098800"/>
            <a:ext cx="4559300" cy="508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176500" y="3873500"/>
            <a:ext cx="4699000" cy="508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162800" y="5842000"/>
            <a:ext cx="5232400" cy="508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7162800" y="6604000"/>
            <a:ext cx="6299200" cy="508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176500" y="6223000"/>
            <a:ext cx="5397500" cy="508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5176500" y="6985000"/>
            <a:ext cx="5397500" cy="508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162800" y="7366000"/>
            <a:ext cx="5397500" cy="508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7150100" y="9334500"/>
            <a:ext cx="4559300" cy="508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638300" y="11671300"/>
            <a:ext cx="21120100" cy="812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638300" y="11671300"/>
            <a:ext cx="165100" cy="812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235200" y="11836400"/>
            <a:ext cx="20091400" cy="482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150100" y="10109200"/>
            <a:ext cx="3454400" cy="508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176500" y="9334500"/>
            <a:ext cx="4559300" cy="508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176500" y="10109200"/>
            <a:ext cx="31369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78200" y="584200"/>
            <a:ext cx="4064000" cy="48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7277100"/>
            <a:ext cx="6883400" cy="389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01800" y="8229600"/>
            <a:ext cx="2209800" cy="723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54200" y="8331200"/>
            <a:ext cx="18923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39900" y="7645400"/>
            <a:ext cx="3594100" cy="40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140200" y="8382000"/>
            <a:ext cx="3136900" cy="40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25600" y="9283700"/>
            <a:ext cx="6057900" cy="431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25600" y="9817100"/>
            <a:ext cx="58928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801100" y="2540000"/>
            <a:ext cx="6883400" cy="3898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436100" y="3492500"/>
            <a:ext cx="3251200" cy="723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664700" y="3594100"/>
            <a:ext cx="2781300" cy="508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486900" y="2908300"/>
            <a:ext cx="35941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042900" y="3644900"/>
            <a:ext cx="35941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359900" y="4546600"/>
            <a:ext cx="60579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9359900" y="5080000"/>
            <a:ext cx="5892800" cy="431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535400" y="7277100"/>
            <a:ext cx="6883400" cy="3898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7170400" y="8229600"/>
            <a:ext cx="2997200" cy="723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386300" y="8331200"/>
            <a:ext cx="2578100" cy="508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7221200" y="7645400"/>
            <a:ext cx="3594100" cy="406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0510500" y="8382000"/>
            <a:ext cx="3314700" cy="406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7106900" y="9283700"/>
            <a:ext cx="6057900" cy="431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7106900" y="9817100"/>
            <a:ext cx="5892800" cy="431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12026900"/>
            <a:ext cx="21120100" cy="8128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485900" y="12026900"/>
            <a:ext cx="165100" cy="812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095500" y="12192000"/>
            <a:ext cx="200914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66800" y="2540000"/>
            <a:ext cx="6883400" cy="3898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701800" y="3492500"/>
            <a:ext cx="3251200" cy="7239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930400" y="3594100"/>
            <a:ext cx="2781300" cy="508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739900" y="2908300"/>
            <a:ext cx="3594100" cy="406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5308600" y="3644900"/>
            <a:ext cx="3594100" cy="406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625600" y="4546600"/>
            <a:ext cx="5892800" cy="431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625600" y="5080000"/>
            <a:ext cx="5892800" cy="431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625600" y="5613400"/>
            <a:ext cx="5892800" cy="4318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9359900" y="5613400"/>
            <a:ext cx="5892800" cy="431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8801100" y="7264400"/>
            <a:ext cx="6883400" cy="38989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9436100" y="8216900"/>
            <a:ext cx="1651000" cy="7239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9550400" y="8318500"/>
            <a:ext cx="1422400" cy="5080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486900" y="7632700"/>
            <a:ext cx="3594100" cy="4064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1252200" y="8369300"/>
            <a:ext cx="1828800" cy="406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9359900" y="9271000"/>
            <a:ext cx="6057900" cy="4318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9359900" y="9804400"/>
            <a:ext cx="5892800" cy="4318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9359900" y="10337800"/>
            <a:ext cx="5892800" cy="4318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625600" y="10350500"/>
            <a:ext cx="5892800" cy="4318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6535400" y="2540000"/>
            <a:ext cx="6883400" cy="3898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7183100" y="3492500"/>
            <a:ext cx="1308100" cy="7239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7272000" y="3594100"/>
            <a:ext cx="1130300" cy="5080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7221200" y="2908300"/>
            <a:ext cx="3594100" cy="4064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8618200" y="3644900"/>
            <a:ext cx="1447800" cy="4064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7106900" y="4546600"/>
            <a:ext cx="6057900" cy="4318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7106900" y="5080000"/>
            <a:ext cx="5892800" cy="431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7106900" y="5613400"/>
            <a:ext cx="5892800" cy="4318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21120100" y="7518400"/>
            <a:ext cx="2044700" cy="533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21374100" y="7632700"/>
            <a:ext cx="1536700" cy="2921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7106900" y="10350500"/>
            <a:ext cx="58928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3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1320072">
            <a:off x="10236200" y="1778000"/>
            <a:ext cx="3479800" cy="347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2133600" y="3835400"/>
            <a:ext cx="14935200" cy="213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87400" y="1930400"/>
            <a:ext cx="9817100" cy="2159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1320072">
            <a:off x="10236200" y="1778000"/>
            <a:ext cx="3479800" cy="3479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594100" y="12674600"/>
            <a:ext cx="4953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930900" y="12700000"/>
            <a:ext cx="4953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997700" y="12700000"/>
            <a:ext cx="4953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64500" y="12687300"/>
            <a:ext cx="495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20200" y="12496800"/>
            <a:ext cx="3886200" cy="533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660900" y="12687300"/>
            <a:ext cx="6858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01900" y="12674600"/>
            <a:ext cx="4953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416300" y="6629400"/>
            <a:ext cx="14147800" cy="533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489200" y="6794500"/>
            <a:ext cx="419100" cy="203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416300" y="7442200"/>
            <a:ext cx="14147800" cy="533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489200" y="7607300"/>
            <a:ext cx="419100" cy="203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416300" y="8267700"/>
            <a:ext cx="14147800" cy="533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489200" y="8432800"/>
            <a:ext cx="419100" cy="203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429000" y="9080500"/>
            <a:ext cx="14147800" cy="533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501900" y="9258300"/>
            <a:ext cx="419100" cy="203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429000" y="9906000"/>
            <a:ext cx="14147800" cy="533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501900" y="10071100"/>
            <a:ext cx="419100" cy="203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3416300" y="10731500"/>
            <a:ext cx="14147800" cy="533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489200" y="10896600"/>
            <a:ext cx="419100" cy="203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416300" y="11544300"/>
            <a:ext cx="14147800" cy="533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489200" y="11709400"/>
            <a:ext cx="4191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40640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63700" y="2349500"/>
            <a:ext cx="21069300" cy="6426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9398000"/>
            <a:ext cx="6375400" cy="2946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22500" y="9969500"/>
            <a:ext cx="24257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59000" y="10731500"/>
            <a:ext cx="5422900" cy="431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11417300"/>
            <a:ext cx="5422900" cy="431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004300" y="9398000"/>
            <a:ext cx="6375400" cy="294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550400" y="10007600"/>
            <a:ext cx="2425700" cy="508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486900" y="10769600"/>
            <a:ext cx="5422900" cy="43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486900" y="11455400"/>
            <a:ext cx="5422900" cy="431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344900" y="9398000"/>
            <a:ext cx="6375400" cy="2946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865600" y="10045700"/>
            <a:ext cx="2425700" cy="508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802100" y="10807700"/>
            <a:ext cx="5422900" cy="431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802100" y="11493500"/>
            <a:ext cx="54229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40640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73100" y="1854200"/>
            <a:ext cx="11290300" cy="1116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21599999">
            <a:off x="12534900" y="2743200"/>
            <a:ext cx="103632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534900" y="1854200"/>
            <a:ext cx="3594100" cy="660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611100" y="3251200"/>
            <a:ext cx="25273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611100" y="4686300"/>
            <a:ext cx="2527300" cy="584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611100" y="6121400"/>
            <a:ext cx="2527300" cy="584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090900" y="3327400"/>
            <a:ext cx="6794500" cy="457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090900" y="4749800"/>
            <a:ext cx="6794500" cy="457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103600" y="3810000"/>
            <a:ext cx="6794500" cy="457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103600" y="5283200"/>
            <a:ext cx="6794500" cy="457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103600" y="6184900"/>
            <a:ext cx="6972300" cy="457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21599999">
            <a:off x="12534900" y="8229600"/>
            <a:ext cx="10363200" cy="50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573000" y="7353300"/>
            <a:ext cx="4648200" cy="660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573000" y="10160000"/>
            <a:ext cx="4965700" cy="1104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966700" y="10426700"/>
            <a:ext cx="3175000" cy="558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573000" y="11658600"/>
            <a:ext cx="4965700" cy="1104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966700" y="11912600"/>
            <a:ext cx="2425700" cy="558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573000" y="8661400"/>
            <a:ext cx="4965700" cy="1104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966700" y="8940800"/>
            <a:ext cx="1549400" cy="558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944600" y="9017000"/>
            <a:ext cx="2857500" cy="406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103600" y="10502900"/>
            <a:ext cx="1130300" cy="406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7881600" y="8661400"/>
            <a:ext cx="4927600" cy="1104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249900" y="8940800"/>
            <a:ext cx="2921000" cy="558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1259800" y="9004300"/>
            <a:ext cx="1130300" cy="406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7881600" y="10160000"/>
            <a:ext cx="4927600" cy="1104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262600" y="10426700"/>
            <a:ext cx="3581400" cy="558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1932900" y="10502900"/>
            <a:ext cx="1130300" cy="4064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367000" y="12001500"/>
            <a:ext cx="2171700" cy="406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7881600" y="11645900"/>
            <a:ext cx="4927600" cy="1104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8249900" y="11912600"/>
            <a:ext cx="1549400" cy="558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9481800" y="11988800"/>
            <a:ext cx="2171700" cy="406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041400" y="2374900"/>
            <a:ext cx="10579100" cy="10121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3100" y="1854200"/>
            <a:ext cx="13436600" cy="11163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2501900"/>
            <a:ext cx="12141200" cy="986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14700" y="596900"/>
            <a:ext cx="6654800" cy="48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25500" y="2311400"/>
            <a:ext cx="495300" cy="495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138400" y="2527300"/>
            <a:ext cx="1066800" cy="1066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265400" y="2679700"/>
            <a:ext cx="825500" cy="787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700500" y="2654300"/>
            <a:ext cx="2578100" cy="558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700500" y="3340100"/>
            <a:ext cx="9359900" cy="457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700500" y="3898900"/>
            <a:ext cx="9359900" cy="457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5151100" y="5194300"/>
            <a:ext cx="1066800" cy="1066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5278100" y="5346700"/>
            <a:ext cx="825500" cy="787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700500" y="5308600"/>
            <a:ext cx="5854700" cy="558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713200" y="6083300"/>
            <a:ext cx="9359900" cy="457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713200" y="6642100"/>
            <a:ext cx="9359900" cy="457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151100" y="7937500"/>
            <a:ext cx="1066800" cy="1066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278100" y="8089900"/>
            <a:ext cx="825500" cy="787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6713200" y="8064500"/>
            <a:ext cx="3848100" cy="558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6713200" y="8750300"/>
            <a:ext cx="9359900" cy="457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713200" y="9309100"/>
            <a:ext cx="9359900" cy="457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5151100" y="10604500"/>
            <a:ext cx="1066800" cy="1066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5278100" y="10744200"/>
            <a:ext cx="825500" cy="787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6700500" y="10731500"/>
            <a:ext cx="4699000" cy="558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6713200" y="11417300"/>
            <a:ext cx="9359900" cy="457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825500" y="1981200"/>
            <a:ext cx="8585200" cy="2082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1531600" y="1981200"/>
            <a:ext cx="1320800" cy="3429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25500" y="4775200"/>
            <a:ext cx="9702800" cy="8140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130300" y="11036300"/>
            <a:ext cx="9182100" cy="1651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0502900" y="5473700"/>
            <a:ext cx="3187700" cy="7442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6713200" y="11887200"/>
            <a:ext cx="9359900" cy="457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6700500" y="4445000"/>
            <a:ext cx="9359900" cy="457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6713200" y="7188200"/>
            <a:ext cx="9359900" cy="457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6713200" y="9855200"/>
            <a:ext cx="9359900" cy="457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016000" y="4965700"/>
            <a:ext cx="2400300" cy="584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816100" y="5562600"/>
            <a:ext cx="7759700" cy="30734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5400000">
            <a:off x="3289300" y="5003800"/>
            <a:ext cx="1143000" cy="63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848100" y="4470400"/>
            <a:ext cx="7721600" cy="63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5400000">
            <a:off x="3543300" y="7061200"/>
            <a:ext cx="635000" cy="63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5400000">
            <a:off x="7454900" y="5003800"/>
            <a:ext cx="1143000" cy="63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5400000">
            <a:off x="7708900" y="7061200"/>
            <a:ext cx="635000" cy="635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10799999">
            <a:off x="5016500" y="6146800"/>
            <a:ext cx="1422400" cy="1397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511300" y="8750300"/>
            <a:ext cx="833120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2844800"/>
            <a:ext cx="6388100" cy="725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37700" y="2844800"/>
            <a:ext cx="13017500" cy="725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74800" y="2006600"/>
            <a:ext cx="63881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626600" y="2006600"/>
            <a:ext cx="6388100" cy="546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3000" y="10248900"/>
            <a:ext cx="7099300" cy="2641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63700" y="10693400"/>
            <a:ext cx="6388100" cy="54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63700" y="11468100"/>
            <a:ext cx="63881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63700" y="12014200"/>
            <a:ext cx="6388100" cy="43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661400" y="10248900"/>
            <a:ext cx="7099300" cy="2641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169400" y="10693400"/>
            <a:ext cx="6388100" cy="546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131300" y="11468100"/>
            <a:ext cx="6388100" cy="431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131300" y="12014200"/>
            <a:ext cx="6388100" cy="431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167100" y="10248900"/>
            <a:ext cx="7099300" cy="2641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675100" y="10693400"/>
            <a:ext cx="6388100" cy="546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675100" y="11468100"/>
            <a:ext cx="6388100" cy="431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675100" y="12014200"/>
            <a:ext cx="6388100" cy="431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2971800"/>
            <a:ext cx="2184400" cy="1435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3683000" y="4368800"/>
            <a:ext cx="2184400" cy="1930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6273800"/>
            <a:ext cx="2184400" cy="1993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213100" y="8229600"/>
            <a:ext cx="3111500" cy="1676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4147800" y="4826000"/>
            <a:ext cx="3670300" cy="1879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109200" y="4826000"/>
            <a:ext cx="3543300" cy="1879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5460000">
            <a:off x="12052300" y="3327400"/>
            <a:ext cx="812800" cy="76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1595100" y="2984500"/>
            <a:ext cx="8851900" cy="11811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065000" y="927100"/>
            <a:ext cx="7353300" cy="63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5400000">
            <a:off x="15671800" y="4457700"/>
            <a:ext cx="711200" cy="63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0795000" y="9055100"/>
            <a:ext cx="10236200" cy="8509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6014700" y="4470400"/>
            <a:ext cx="4165600" cy="63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1861800" y="4470400"/>
            <a:ext cx="4178300" cy="63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5400000">
            <a:off x="19951700" y="4648200"/>
            <a:ext cx="406400" cy="635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5400000">
            <a:off x="11671300" y="4635500"/>
            <a:ext cx="406400" cy="63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5400000">
            <a:off x="15786100" y="8813800"/>
            <a:ext cx="368300" cy="139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8326100" y="4826000"/>
            <a:ext cx="3657600" cy="1854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5399999">
            <a:off x="15849600" y="6781800"/>
            <a:ext cx="279400" cy="63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4706600" y="6896100"/>
            <a:ext cx="2578100" cy="1828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1861800" y="6769100"/>
            <a:ext cx="8318500" cy="63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5400000">
            <a:off x="20066000" y="6705600"/>
            <a:ext cx="177800" cy="63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5400000">
            <a:off x="11785600" y="6705600"/>
            <a:ext cx="1778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10248900"/>
            <a:ext cx="7099300" cy="264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10693400"/>
            <a:ext cx="6388100" cy="546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63700" y="11468100"/>
            <a:ext cx="6388100" cy="431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63700" y="12014200"/>
            <a:ext cx="6388100" cy="431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661400" y="10248900"/>
            <a:ext cx="7099300" cy="2641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169400" y="10693400"/>
            <a:ext cx="6388100" cy="54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169400" y="11468100"/>
            <a:ext cx="63881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169400" y="12014200"/>
            <a:ext cx="6388100" cy="43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167100" y="10248900"/>
            <a:ext cx="7099300" cy="2641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675100" y="10693400"/>
            <a:ext cx="6388100" cy="546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675100" y="11468100"/>
            <a:ext cx="6388100" cy="431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675100" y="12014200"/>
            <a:ext cx="6388100" cy="431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78000" y="1981200"/>
            <a:ext cx="20828000" cy="8013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40640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7861300" y="7315200"/>
            <a:ext cx="104140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58900" y="2603500"/>
            <a:ext cx="1219200" cy="406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751300" y="2590800"/>
            <a:ext cx="6134100" cy="406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751300" y="3009900"/>
            <a:ext cx="6134100" cy="40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058900" y="4445000"/>
            <a:ext cx="1219200" cy="40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751300" y="4432300"/>
            <a:ext cx="61341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751300" y="4851400"/>
            <a:ext cx="61341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058900" y="6299200"/>
            <a:ext cx="12192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751300" y="6286500"/>
            <a:ext cx="6134100" cy="40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751300" y="6705600"/>
            <a:ext cx="6134100" cy="406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98500" y="2146300"/>
            <a:ext cx="11303000" cy="6438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98500" y="9004300"/>
            <a:ext cx="11303000" cy="3556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097000" y="11252200"/>
            <a:ext cx="9194800" cy="1181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668500" y="11430000"/>
            <a:ext cx="8750300" cy="482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668500" y="11950700"/>
            <a:ext cx="8750300" cy="406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4058900" y="11252200"/>
            <a:ext cx="165100" cy="1181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970000" y="8547100"/>
            <a:ext cx="2108200" cy="1219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4541500" y="8724900"/>
            <a:ext cx="965200" cy="508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4351000" y="9207500"/>
            <a:ext cx="1333500" cy="406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6395700" y="8547100"/>
            <a:ext cx="2108200" cy="1219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624300" y="8724900"/>
            <a:ext cx="1663700" cy="508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6471900" y="9207500"/>
            <a:ext cx="1955800" cy="406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8821400" y="8547100"/>
            <a:ext cx="2057400" cy="1219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9138900" y="8724900"/>
            <a:ext cx="1485900" cy="508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9227800" y="9207500"/>
            <a:ext cx="1295400" cy="4064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1196300" y="8547100"/>
            <a:ext cx="2133600" cy="1219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1640800" y="8724900"/>
            <a:ext cx="1257300" cy="508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21590000" y="9207500"/>
            <a:ext cx="1346200" cy="406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1417300" y="2209800"/>
            <a:ext cx="469900" cy="469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1455400" y="9296400"/>
            <a:ext cx="469900" cy="469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3970000" y="7734300"/>
            <a:ext cx="6134100" cy="406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4592300" y="9994900"/>
            <a:ext cx="5600700" cy="139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21196300" y="9994900"/>
            <a:ext cx="2108200" cy="1397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22059900" y="10248900"/>
            <a:ext cx="381000" cy="3937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7183100" y="10185400"/>
            <a:ext cx="5461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14700" y="596900"/>
            <a:ext cx="4064000" cy="48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85700" y="2235200"/>
            <a:ext cx="5511800" cy="5067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072100" y="2235200"/>
            <a:ext cx="5511800" cy="509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54100" y="3263900"/>
            <a:ext cx="10553700" cy="7556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54100" y="1828800"/>
            <a:ext cx="10553700" cy="1625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-5399999">
            <a:off x="7137400" y="6934200"/>
            <a:ext cx="99314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93800" y="11074400"/>
            <a:ext cx="105156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93800" y="11518900"/>
            <a:ext cx="10515600" cy="457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131800" y="8255000"/>
            <a:ext cx="12192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836900" y="8242300"/>
            <a:ext cx="61341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5836900" y="8661400"/>
            <a:ext cx="6134100" cy="40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131800" y="9677400"/>
            <a:ext cx="1219200" cy="406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836900" y="9664700"/>
            <a:ext cx="61341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836900" y="10083800"/>
            <a:ext cx="61341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131800" y="11112500"/>
            <a:ext cx="1219200" cy="406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836900" y="11099800"/>
            <a:ext cx="6134100" cy="40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836900" y="11518900"/>
            <a:ext cx="6134100" cy="406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54100" y="1193800"/>
            <a:ext cx="10553700" cy="1079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3454400"/>
            <a:ext cx="11772900" cy="152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54100" y="3454400"/>
            <a:ext cx="2895600" cy="1524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09700" y="3924300"/>
            <a:ext cx="1574800" cy="58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" y="5816600"/>
            <a:ext cx="11772900" cy="1524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54100" y="5816600"/>
            <a:ext cx="2895600" cy="1524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09700" y="6286500"/>
            <a:ext cx="2146300" cy="584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66800" y="8166100"/>
            <a:ext cx="11772900" cy="1524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54100" y="8166100"/>
            <a:ext cx="2895600" cy="1524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09700" y="8636000"/>
            <a:ext cx="1422400" cy="584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66800" y="10528300"/>
            <a:ext cx="11772900" cy="1524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54100" y="10528300"/>
            <a:ext cx="2895600" cy="1524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22400" y="10998200"/>
            <a:ext cx="2311400" cy="584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16200000">
            <a:off x="8394700" y="7467600"/>
            <a:ext cx="10363200" cy="50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343400" y="4292600"/>
            <a:ext cx="7670800" cy="40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4343400" y="3746500"/>
            <a:ext cx="76708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70000" y="1930400"/>
            <a:ext cx="2832100" cy="812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4343400" y="6642100"/>
            <a:ext cx="76708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343400" y="6096000"/>
            <a:ext cx="7670800" cy="482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4343400" y="8991600"/>
            <a:ext cx="8293100" cy="406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343400" y="8445500"/>
            <a:ext cx="8293100" cy="482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343400" y="11353800"/>
            <a:ext cx="7670800" cy="406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343400" y="10795000"/>
            <a:ext cx="76708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147800" y="2057400"/>
            <a:ext cx="2832100" cy="812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4147800" y="3454400"/>
            <a:ext cx="8636000" cy="2641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668500" y="3898900"/>
            <a:ext cx="6388100" cy="546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4782800" y="4660900"/>
            <a:ext cx="7759700" cy="457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782800" y="5207000"/>
            <a:ext cx="7759700" cy="457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7145000" y="3949700"/>
            <a:ext cx="5384800" cy="406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4147800" y="6477000"/>
            <a:ext cx="8636000" cy="2641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4630400" y="6921500"/>
            <a:ext cx="6388100" cy="546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782800" y="7683500"/>
            <a:ext cx="7759700" cy="457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4782800" y="8204200"/>
            <a:ext cx="7759700" cy="457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5773400" y="6985000"/>
            <a:ext cx="5384800" cy="4064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4147800" y="9499600"/>
            <a:ext cx="8636000" cy="2641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4630400" y="9944100"/>
            <a:ext cx="6388100" cy="5461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4782800" y="10706100"/>
            <a:ext cx="7759700" cy="457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4782800" y="11252200"/>
            <a:ext cx="7759700" cy="457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7411700" y="10007600"/>
            <a:ext cx="53848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3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86000" y="3987800"/>
            <a:ext cx="15671800" cy="213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87400" y="1930400"/>
            <a:ext cx="9817100" cy="215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320072">
            <a:off x="10236200" y="1778000"/>
            <a:ext cx="3479800" cy="3479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16300" y="6629400"/>
            <a:ext cx="14147800" cy="533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89200" y="6794500"/>
            <a:ext cx="419100" cy="203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416300" y="7505700"/>
            <a:ext cx="141478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7670800"/>
            <a:ext cx="419100" cy="20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416300" y="8382000"/>
            <a:ext cx="14147800" cy="533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8547100"/>
            <a:ext cx="419100" cy="203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416300" y="9245600"/>
            <a:ext cx="14147800" cy="533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9423400"/>
            <a:ext cx="419100" cy="203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829300" y="12687300"/>
            <a:ext cx="6858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57600" y="12687300"/>
            <a:ext cx="4953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813300" y="12687300"/>
            <a:ext cx="4953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489200" y="12687300"/>
            <a:ext cx="495300" cy="13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035800" y="12687300"/>
            <a:ext cx="495300" cy="139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102600" y="12687300"/>
            <a:ext cx="495300" cy="139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321800" y="12496800"/>
            <a:ext cx="3886200" cy="533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416300" y="10121900"/>
            <a:ext cx="14147800" cy="533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10299700"/>
            <a:ext cx="4191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57300" y="5029200"/>
            <a:ext cx="21869400" cy="76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706600" y="4851400"/>
            <a:ext cx="482600" cy="48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959100" y="3568700"/>
            <a:ext cx="2209800" cy="1117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113500" y="3568700"/>
            <a:ext cx="2654300" cy="1117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077200" y="3302000"/>
            <a:ext cx="2794000" cy="1384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550900" y="3302000"/>
            <a:ext cx="2819400" cy="138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232900" y="4851400"/>
            <a:ext cx="482600" cy="482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848100" y="4876800"/>
            <a:ext cx="431800" cy="43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180300" y="4902200"/>
            <a:ext cx="431800" cy="431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755900" y="5829300"/>
            <a:ext cx="2616200" cy="482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679700" y="6515100"/>
            <a:ext cx="3086100" cy="431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238500" y="6959600"/>
            <a:ext cx="1612900" cy="431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414000" y="5854700"/>
            <a:ext cx="3898900" cy="482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172700" y="6540500"/>
            <a:ext cx="4381500" cy="431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553700" y="6985000"/>
            <a:ext cx="3568700" cy="431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9786600" y="5854700"/>
            <a:ext cx="1295400" cy="482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9265900" y="6540500"/>
            <a:ext cx="2489200" cy="431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57300" y="8407400"/>
            <a:ext cx="21869400" cy="50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03400" y="9017000"/>
            <a:ext cx="4457700" cy="596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9982200"/>
            <a:ext cx="2616200" cy="482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12900" y="10591800"/>
            <a:ext cx="2616200" cy="431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597400" y="9982200"/>
            <a:ext cx="26162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4622800" y="10591800"/>
            <a:ext cx="2616200" cy="431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454900" y="9982200"/>
            <a:ext cx="26162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7467600" y="10591800"/>
            <a:ext cx="2616200" cy="431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325100" y="9982200"/>
            <a:ext cx="26162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0350500" y="10591800"/>
            <a:ext cx="2616200" cy="4318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254500" y="10248900"/>
            <a:ext cx="254000" cy="3937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7289800" y="10248900"/>
            <a:ext cx="254000" cy="3937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0337800" y="10248900"/>
            <a:ext cx="254000" cy="393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257300" y="11760200"/>
            <a:ext cx="11582400" cy="63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-5399999">
            <a:off x="12001500" y="10833100"/>
            <a:ext cx="3873500" cy="63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935200" y="9017000"/>
            <a:ext cx="4457700" cy="5969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409700" y="12319000"/>
            <a:ext cx="12115800" cy="4318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4922500" y="10007600"/>
            <a:ext cx="8407400" cy="457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4947900" y="10502900"/>
            <a:ext cx="8407400" cy="457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4947900" y="10998200"/>
            <a:ext cx="8407400" cy="457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4947900" y="11493500"/>
            <a:ext cx="8407400" cy="4572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9392900" y="6985000"/>
            <a:ext cx="3086100" cy="4318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337800" y="11036300"/>
            <a:ext cx="26162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5600" y="2451100"/>
            <a:ext cx="4457700" cy="130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22400" y="11430000"/>
            <a:ext cx="4457700" cy="59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39800" y="2171700"/>
            <a:ext cx="2616200" cy="368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57300" y="11112500"/>
            <a:ext cx="218567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5399999">
            <a:off x="12344400" y="12115800"/>
            <a:ext cx="1587500" cy="6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09700" y="12128500"/>
            <a:ext cx="12115800" cy="838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071600" y="11430000"/>
            <a:ext cx="8394700" cy="596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058900" y="12052300"/>
            <a:ext cx="8407400" cy="889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09700" y="3771900"/>
            <a:ext cx="17526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908300" y="3771900"/>
            <a:ext cx="1257300" cy="381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188200" y="2527300"/>
            <a:ext cx="673100" cy="1308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7035800" y="2171700"/>
            <a:ext cx="2171700" cy="368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035800" y="3771900"/>
            <a:ext cx="2476500" cy="381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-5400000">
            <a:off x="5575300" y="3086100"/>
            <a:ext cx="2120900" cy="50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8839200" y="2527300"/>
            <a:ext cx="673100" cy="1308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962900" y="2870200"/>
            <a:ext cx="635000" cy="571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966700" y="2514600"/>
            <a:ext cx="673100" cy="1308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814300" y="2159000"/>
            <a:ext cx="1282700" cy="368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814300" y="3759200"/>
            <a:ext cx="1879600" cy="381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-5400000">
            <a:off x="11353800" y="3073400"/>
            <a:ext cx="2120900" cy="50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3728700" y="2908300"/>
            <a:ext cx="2235200" cy="736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745200" y="2527300"/>
            <a:ext cx="2501900" cy="13081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8605500" y="2171700"/>
            <a:ext cx="11557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592800" y="3771900"/>
            <a:ext cx="1879600" cy="381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-5400000">
            <a:off x="17132300" y="3086100"/>
            <a:ext cx="2120900" cy="50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0383500" y="2743200"/>
            <a:ext cx="2501900" cy="1003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612900" y="4800600"/>
            <a:ext cx="1879600" cy="381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2573000" y="4813300"/>
            <a:ext cx="1879600" cy="3810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534900" y="5410200"/>
            <a:ext cx="10591800" cy="5372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625600" y="5422900"/>
            <a:ext cx="10502900" cy="53594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870200" y="5727700"/>
            <a:ext cx="55245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8750300" y="7734300"/>
            <a:ext cx="55753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57300" y="2184400"/>
            <a:ext cx="165100" cy="1663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03400" y="2298700"/>
            <a:ext cx="9207500" cy="431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407900" y="2184400"/>
            <a:ext cx="165100" cy="1663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03400" y="2743200"/>
            <a:ext cx="9207500" cy="571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03400" y="3365500"/>
            <a:ext cx="9207500" cy="457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081000" y="2247900"/>
            <a:ext cx="92075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081000" y="2705100"/>
            <a:ext cx="9207500" cy="571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081000" y="3314700"/>
            <a:ext cx="9207500" cy="457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20800" y="5384800"/>
            <a:ext cx="9067800" cy="76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20800" y="4711700"/>
            <a:ext cx="9207500" cy="571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547600" y="5384800"/>
            <a:ext cx="10414000" cy="7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547600" y="4711700"/>
            <a:ext cx="9207500" cy="571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20800" y="6083300"/>
            <a:ext cx="9067800" cy="2971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08100" y="9664700"/>
            <a:ext cx="9093200" cy="3238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97000" y="5626100"/>
            <a:ext cx="9207500" cy="431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97000" y="9207500"/>
            <a:ext cx="9207500" cy="431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547600" y="6096000"/>
            <a:ext cx="1828800" cy="406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510000" y="6146800"/>
            <a:ext cx="1828800" cy="406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0078700" y="6096000"/>
            <a:ext cx="1828800" cy="406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338300" y="7010400"/>
            <a:ext cx="1828800" cy="647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2458700" y="6413500"/>
            <a:ext cx="2641600" cy="14478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6421100" y="6413500"/>
            <a:ext cx="2641600" cy="1447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8872200" y="7010400"/>
            <a:ext cx="1828800" cy="647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0078700" y="6413500"/>
            <a:ext cx="3200400" cy="1447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2534900" y="8737600"/>
            <a:ext cx="10528300" cy="50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547600" y="9359900"/>
            <a:ext cx="2057400" cy="4064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6510000" y="9359900"/>
            <a:ext cx="2057400" cy="406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0078700" y="9359900"/>
            <a:ext cx="2057400" cy="406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2674600" y="9829800"/>
            <a:ext cx="1524000" cy="927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20066000" y="9829800"/>
            <a:ext cx="2590800" cy="9271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6383000" y="9829800"/>
            <a:ext cx="1689100" cy="9271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8021300" y="10274300"/>
            <a:ext cx="2057400" cy="457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2446000" y="12065000"/>
            <a:ext cx="10388600" cy="609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395200" y="12065000"/>
            <a:ext cx="190500" cy="609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827000" y="12166600"/>
            <a:ext cx="98806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399999">
            <a:off x="8661400" y="7632700"/>
            <a:ext cx="102870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867900" y="3441700"/>
            <a:ext cx="2921000" cy="431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66800" y="2438400"/>
            <a:ext cx="9207500" cy="57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77900" y="9461500"/>
            <a:ext cx="118872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630400" y="6540500"/>
            <a:ext cx="1828800" cy="40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630400" y="6819900"/>
            <a:ext cx="673100" cy="130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630400" y="7988300"/>
            <a:ext cx="2057400" cy="457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627600" y="6540500"/>
            <a:ext cx="18288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7576800" y="6743700"/>
            <a:ext cx="2641600" cy="1447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627600" y="7988300"/>
            <a:ext cx="2057400" cy="457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0955000" y="6540500"/>
            <a:ext cx="18288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0955000" y="6743700"/>
            <a:ext cx="3200400" cy="1447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0955000" y="7988300"/>
            <a:ext cx="2057400" cy="457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54100" y="3441700"/>
            <a:ext cx="4622800" cy="457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66800" y="4178300"/>
            <a:ext cx="876300" cy="1104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044700" y="4178300"/>
            <a:ext cx="876300" cy="1104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022600" y="4178300"/>
            <a:ext cx="876300" cy="1104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4000500" y="4178300"/>
            <a:ext cx="876300" cy="1104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65700" y="4178300"/>
            <a:ext cx="876300" cy="1104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5943600" y="4178300"/>
            <a:ext cx="876300" cy="1104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921500" y="4178300"/>
            <a:ext cx="876300" cy="11049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7899400" y="4178300"/>
            <a:ext cx="876300" cy="1104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877300" y="4178300"/>
            <a:ext cx="876300" cy="1104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9855200" y="4178300"/>
            <a:ext cx="876300" cy="11049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0833100" y="4178300"/>
            <a:ext cx="876300" cy="1104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811000" y="4178300"/>
            <a:ext cx="876300" cy="11049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054100" y="5562600"/>
            <a:ext cx="4622800" cy="4064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54100" y="6629400"/>
            <a:ext cx="4622800" cy="457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066800" y="7239000"/>
            <a:ext cx="2590800" cy="1104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797300" y="7239000"/>
            <a:ext cx="2590800" cy="1104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6527800" y="7239000"/>
            <a:ext cx="2590800" cy="1104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9258300" y="7239000"/>
            <a:ext cx="2590800" cy="11049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1988800" y="7239000"/>
            <a:ext cx="711200" cy="11049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0706100" y="6642100"/>
            <a:ext cx="1981200" cy="4318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054100" y="8509000"/>
            <a:ext cx="4622800" cy="4064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054100" y="9944100"/>
            <a:ext cx="4622800" cy="457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0693400" y="9842500"/>
            <a:ext cx="2095500" cy="4318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054100" y="10566400"/>
            <a:ext cx="1752600" cy="11049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035300" y="10566400"/>
            <a:ext cx="1752600" cy="11049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016500" y="10566400"/>
            <a:ext cx="1752600" cy="11049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6985000" y="10566400"/>
            <a:ext cx="1752600" cy="11049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966200" y="10566400"/>
            <a:ext cx="1752600" cy="11049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0947400" y="10566400"/>
            <a:ext cx="1752600" cy="1104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54100" y="11899900"/>
            <a:ext cx="6540500" cy="4064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4439900" y="2438400"/>
            <a:ext cx="9207500" cy="571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4439900" y="3721100"/>
            <a:ext cx="6540500" cy="482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4439900" y="4267200"/>
            <a:ext cx="6540500" cy="4318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4439900" y="4711700"/>
            <a:ext cx="8648700" cy="4318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4325600" y="5867400"/>
            <a:ext cx="9144000" cy="50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4325600" y="8991600"/>
            <a:ext cx="9144000" cy="508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439900" y="9296400"/>
            <a:ext cx="9207500" cy="571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4439900" y="10134600"/>
            <a:ext cx="1828800" cy="4572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4439900" y="10845800"/>
            <a:ext cx="1828800" cy="4572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4439900" y="11557000"/>
            <a:ext cx="2019300" cy="4572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7767300" y="10147300"/>
            <a:ext cx="876300" cy="4572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9240500" y="10147300"/>
            <a:ext cx="2273300" cy="4572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8732500" y="10198100"/>
            <a:ext cx="406400" cy="3683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21577300" y="10185400"/>
            <a:ext cx="406400" cy="3683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22098000" y="10147300"/>
            <a:ext cx="876300" cy="4572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7703800" y="10896600"/>
            <a:ext cx="355600" cy="4572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8072100" y="10922000"/>
            <a:ext cx="406400" cy="3683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8567400" y="10896600"/>
            <a:ext cx="876300" cy="4572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8923000" y="10896600"/>
            <a:ext cx="3060700" cy="4572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7780000" y="11531600"/>
            <a:ext cx="65405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131800" y="7289800"/>
            <a:ext cx="9207500" cy="102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131800" y="8293100"/>
            <a:ext cx="9207500" cy="1028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52600" y="9271000"/>
            <a:ext cx="9207500" cy="1028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rot="0">
            <a:off x="1028700" y="12992100"/>
            <a:ext cx="23520400" cy="393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399999">
            <a:off x="8216900" y="9093200"/>
            <a:ext cx="7366000" cy="6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52600" y="5600700"/>
            <a:ext cx="9207500" cy="533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119100" y="11239500"/>
            <a:ext cx="92202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81200" y="3530600"/>
            <a:ext cx="1828800" cy="698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378200" y="2971800"/>
            <a:ext cx="2641600" cy="1447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68500" y="2438400"/>
            <a:ext cx="26416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68500" y="4267200"/>
            <a:ext cx="2641600" cy="40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5400000">
            <a:off x="7670800" y="3543300"/>
            <a:ext cx="2108200" cy="63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664700" y="3505200"/>
            <a:ext cx="1828800" cy="698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468100" y="2921000"/>
            <a:ext cx="2641600" cy="1460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664700" y="2413000"/>
            <a:ext cx="2641600" cy="40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664700" y="4267200"/>
            <a:ext cx="1079500" cy="406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7056100" y="2806700"/>
            <a:ext cx="4445000" cy="1447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7043400" y="2463800"/>
            <a:ext cx="26416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7056100" y="4318000"/>
            <a:ext cx="4800600" cy="406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5400000">
            <a:off x="15189200" y="3543300"/>
            <a:ext cx="2108200" cy="63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39900" y="7264400"/>
            <a:ext cx="9271000" cy="38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930400" y="6629400"/>
            <a:ext cx="1308100" cy="482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337300" y="6629400"/>
            <a:ext cx="13081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9588500" y="6604000"/>
            <a:ext cx="1308100" cy="482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30400" y="7543800"/>
            <a:ext cx="16510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39900" y="8267700"/>
            <a:ext cx="9271000" cy="38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930400" y="8534400"/>
            <a:ext cx="16510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39900" y="9258300"/>
            <a:ext cx="9271000" cy="38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930400" y="9537700"/>
            <a:ext cx="16510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39900" y="10261600"/>
            <a:ext cx="9271000" cy="38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917700" y="10528300"/>
            <a:ext cx="22606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6184900" y="7543800"/>
            <a:ext cx="1308100" cy="482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6184900" y="8534400"/>
            <a:ext cx="13081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184900" y="9537700"/>
            <a:ext cx="13081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184900" y="10528300"/>
            <a:ext cx="13208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9436100" y="7556500"/>
            <a:ext cx="13081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436100" y="8547100"/>
            <a:ext cx="13081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9156700" y="9537700"/>
            <a:ext cx="1587500" cy="482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9423400" y="10541000"/>
            <a:ext cx="1320800" cy="482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3055600" y="5600700"/>
            <a:ext cx="9207500" cy="5334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055600" y="7264400"/>
            <a:ext cx="9271000" cy="381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3233400" y="6629400"/>
            <a:ext cx="1308100" cy="4826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7792700" y="6629400"/>
            <a:ext cx="1549400" cy="4826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20307300" y="6629400"/>
            <a:ext cx="1308100" cy="482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3233400" y="7543800"/>
            <a:ext cx="1651000" cy="4826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055600" y="8267700"/>
            <a:ext cx="9271000" cy="381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3233400" y="8534400"/>
            <a:ext cx="1651000" cy="482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055600" y="9258300"/>
            <a:ext cx="9271000" cy="381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233400" y="9537700"/>
            <a:ext cx="1651000" cy="482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055600" y="10261600"/>
            <a:ext cx="9271000" cy="381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3233400" y="10528300"/>
            <a:ext cx="2260600" cy="4826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7907000" y="7569200"/>
            <a:ext cx="1308100" cy="4826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7907000" y="8534400"/>
            <a:ext cx="1308100" cy="4826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7907000" y="9537700"/>
            <a:ext cx="1308100" cy="4826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7907000" y="10528300"/>
            <a:ext cx="1308100" cy="482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0167600" y="7556500"/>
            <a:ext cx="1587500" cy="4826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0167600" y="8572500"/>
            <a:ext cx="1587500" cy="4826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20066000" y="9537700"/>
            <a:ext cx="1778000" cy="4826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9824700" y="10541000"/>
            <a:ext cx="2273300" cy="4826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790700" y="11861800"/>
            <a:ext cx="9372600" cy="6096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752600" y="11861800"/>
            <a:ext cx="165100" cy="6096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2298700" y="11963400"/>
            <a:ext cx="8915400" cy="4064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5633700" y="6629400"/>
            <a:ext cx="1549400" cy="4826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049500" y="7543800"/>
            <a:ext cx="1308100" cy="4826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049500" y="8547100"/>
            <a:ext cx="1308100" cy="4826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5913100" y="9550400"/>
            <a:ext cx="368300" cy="4826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5913100" y="10553700"/>
            <a:ext cx="368300" cy="482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3233400" y="11480800"/>
            <a:ext cx="1308100" cy="4318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3233400" y="11963400"/>
            <a:ext cx="9029700" cy="4064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3233400" y="12331700"/>
            <a:ext cx="90297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3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52600" y="3835400"/>
            <a:ext cx="14935200" cy="213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87400" y="1930400"/>
            <a:ext cx="9817100" cy="215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320072">
            <a:off x="10236200" y="1778000"/>
            <a:ext cx="3479800" cy="3479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16300" y="6629400"/>
            <a:ext cx="14147800" cy="533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89200" y="6794500"/>
            <a:ext cx="419100" cy="203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416300" y="7505700"/>
            <a:ext cx="141478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7670800"/>
            <a:ext cx="419100" cy="20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946900" y="12687300"/>
            <a:ext cx="6858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683000" y="12687300"/>
            <a:ext cx="4953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813300" y="12687300"/>
            <a:ext cx="4953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969000" y="12687300"/>
            <a:ext cx="4953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489200" y="12687300"/>
            <a:ext cx="4953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102600" y="12687300"/>
            <a:ext cx="4953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321800" y="12496800"/>
            <a:ext cx="3886200" cy="533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416300" y="8382000"/>
            <a:ext cx="14147800" cy="533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8547100"/>
            <a:ext cx="419100" cy="203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416300" y="9245600"/>
            <a:ext cx="14147800" cy="533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9423400"/>
            <a:ext cx="4191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41656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73200" y="2171700"/>
            <a:ext cx="78359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743200" y="2159000"/>
            <a:ext cx="5461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646900" y="2247900"/>
            <a:ext cx="3238500" cy="431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19200" y="2794000"/>
            <a:ext cx="218694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5399999">
            <a:off x="8547100" y="4584700"/>
            <a:ext cx="1930400" cy="6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85900" y="3467100"/>
            <a:ext cx="5207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85900" y="3848100"/>
            <a:ext cx="5346700" cy="1524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248900" y="3467100"/>
            <a:ext cx="10668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248900" y="3746500"/>
            <a:ext cx="4864100" cy="1308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236200" y="5016500"/>
            <a:ext cx="5638800" cy="393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5400000">
            <a:off x="16179800" y="4584700"/>
            <a:ext cx="1930400" cy="63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919700" y="3467100"/>
            <a:ext cx="10668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919700" y="4076700"/>
            <a:ext cx="36957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907000" y="4495800"/>
            <a:ext cx="3911600" cy="546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7907000" y="5016500"/>
            <a:ext cx="3695700" cy="431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-5400000">
            <a:off x="9194800" y="9563100"/>
            <a:ext cx="6108700" cy="63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57300" y="6540500"/>
            <a:ext cx="4686300" cy="533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08100" y="7239000"/>
            <a:ext cx="3124200" cy="1206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64100" y="7239000"/>
            <a:ext cx="3124200" cy="1206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407400" y="7239000"/>
            <a:ext cx="3124200" cy="1206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521200" y="7658100"/>
            <a:ext cx="254000" cy="393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077200" y="7658100"/>
            <a:ext cx="254000" cy="393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616200" y="7467600"/>
            <a:ext cx="5207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651000" y="7835900"/>
            <a:ext cx="2451100" cy="431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854700" y="7493000"/>
            <a:ext cx="1130300" cy="3683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5194300" y="7848600"/>
            <a:ext cx="2451100" cy="431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9715500" y="7480300"/>
            <a:ext cx="520700" cy="3683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750300" y="7848600"/>
            <a:ext cx="2451100" cy="431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257300" y="9982200"/>
            <a:ext cx="4686300" cy="533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57300" y="8839200"/>
            <a:ext cx="10490200" cy="431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308100" y="10731500"/>
            <a:ext cx="5130800" cy="431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104900" y="9601200"/>
            <a:ext cx="10693400" cy="63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308100" y="11328400"/>
            <a:ext cx="5130800" cy="431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308100" y="11709400"/>
            <a:ext cx="51308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-5400000">
            <a:off x="5753100" y="11468100"/>
            <a:ext cx="1498600" cy="50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6794500" y="10731500"/>
            <a:ext cx="5384800" cy="431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6794500" y="11328400"/>
            <a:ext cx="5384800" cy="4318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6794500" y="11734800"/>
            <a:ext cx="5384800" cy="4318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3042900" y="6540500"/>
            <a:ext cx="4686300" cy="5334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042900" y="7366000"/>
            <a:ext cx="10045700" cy="25146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3487400" y="7721600"/>
            <a:ext cx="5130800" cy="3937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3487400" y="8140700"/>
            <a:ext cx="5130800" cy="5207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3487400" y="8674100"/>
            <a:ext cx="5130800" cy="5207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3487400" y="9207500"/>
            <a:ext cx="5130800" cy="520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3042900" y="10312400"/>
            <a:ext cx="10045700" cy="20574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3487400" y="10541000"/>
            <a:ext cx="5130800" cy="3810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3500100" y="11087100"/>
            <a:ext cx="6184900" cy="5207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3487400" y="11620500"/>
            <a:ext cx="5130800" cy="5207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4762500" y="635000"/>
            <a:ext cx="41656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41656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6845300" y="9931400"/>
            <a:ext cx="40894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36700" y="7073900"/>
            <a:ext cx="46863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57300" y="4711700"/>
            <a:ext cx="21869400" cy="76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90700" y="3784600"/>
            <a:ext cx="5130800" cy="431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90700" y="3162300"/>
            <a:ext cx="1409700" cy="533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79600" y="4533900"/>
            <a:ext cx="482600" cy="482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099300" y="3759200"/>
            <a:ext cx="51308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099300" y="3136900"/>
            <a:ext cx="1409700" cy="533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175500" y="4508500"/>
            <a:ext cx="482600" cy="482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395200" y="3784600"/>
            <a:ext cx="5130800" cy="431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395200" y="3162300"/>
            <a:ext cx="1409700" cy="533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484100" y="4533900"/>
            <a:ext cx="482600" cy="482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703800" y="3759200"/>
            <a:ext cx="51308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703800" y="3136900"/>
            <a:ext cx="1409700" cy="533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780000" y="4508500"/>
            <a:ext cx="4826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778000" y="7861300"/>
            <a:ext cx="1282700" cy="1447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752600" y="9271000"/>
            <a:ext cx="4686300" cy="558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9588500" y="7861300"/>
            <a:ext cx="1422400" cy="1447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9588500" y="9271000"/>
            <a:ext cx="4686300" cy="558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9588500" y="10172700"/>
            <a:ext cx="5511800" cy="431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14414500" y="9817100"/>
            <a:ext cx="4089400" cy="63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7399000" y="7734300"/>
            <a:ext cx="1485900" cy="14478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7373600" y="9156700"/>
            <a:ext cx="4686300" cy="558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575800" y="10668000"/>
            <a:ext cx="5511800" cy="431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7437100" y="10172700"/>
            <a:ext cx="5511800" cy="431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7424400" y="10668000"/>
            <a:ext cx="5511800" cy="431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7424400" y="11163300"/>
            <a:ext cx="5511800" cy="4318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778000" y="10172700"/>
            <a:ext cx="6032500" cy="431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765300" y="10668000"/>
            <a:ext cx="6045200" cy="431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765300" y="11163300"/>
            <a:ext cx="60452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73200" y="2171700"/>
            <a:ext cx="78359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832100" y="2222500"/>
            <a:ext cx="381000" cy="393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646900" y="2247900"/>
            <a:ext cx="3238500" cy="431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19200" y="2794000"/>
            <a:ext cx="21869400" cy="6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-5399999">
            <a:off x="8216900" y="8051800"/>
            <a:ext cx="96520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44600" y="8978900"/>
            <a:ext cx="4686300" cy="533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19200" y="8509000"/>
            <a:ext cx="11277600" cy="6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512800" y="3187700"/>
            <a:ext cx="5575300" cy="533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512800" y="4013200"/>
            <a:ext cx="9372600" cy="2590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970000" y="4368800"/>
            <a:ext cx="51308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970000" y="4787900"/>
            <a:ext cx="5130800" cy="520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970000" y="5321300"/>
            <a:ext cx="5130800" cy="520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970000" y="5854700"/>
            <a:ext cx="5130800" cy="520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512800" y="7010400"/>
            <a:ext cx="9372600" cy="3162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970000" y="7226300"/>
            <a:ext cx="5130800" cy="381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970000" y="7772400"/>
            <a:ext cx="6184900" cy="52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33500" y="3467100"/>
            <a:ext cx="2832100" cy="431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08100" y="3810000"/>
            <a:ext cx="2692400" cy="1308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985000" y="3492500"/>
            <a:ext cx="2120900" cy="431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972300" y="3848100"/>
            <a:ext cx="2019300" cy="1308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775200" y="6731000"/>
            <a:ext cx="342900" cy="342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308100" y="5969000"/>
            <a:ext cx="3695700" cy="381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219200" y="6553200"/>
            <a:ext cx="4191000" cy="1295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511300" y="6731000"/>
            <a:ext cx="342900" cy="342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17700" y="6731000"/>
            <a:ext cx="342900" cy="3429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324100" y="6731000"/>
            <a:ext cx="342900" cy="342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730500" y="6731000"/>
            <a:ext cx="342900" cy="3429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136900" y="6731000"/>
            <a:ext cx="342900" cy="3429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543300" y="6731000"/>
            <a:ext cx="342900" cy="3429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962400" y="6731000"/>
            <a:ext cx="342900" cy="342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368800" y="6731000"/>
            <a:ext cx="342900" cy="342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524000" y="7289800"/>
            <a:ext cx="342900" cy="342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30400" y="7289800"/>
            <a:ext cx="342900" cy="3429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336800" y="7289800"/>
            <a:ext cx="342900" cy="3429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755900" y="7289800"/>
            <a:ext cx="342900" cy="3429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162300" y="7289800"/>
            <a:ext cx="342900" cy="3429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568700" y="7289800"/>
            <a:ext cx="342900" cy="3429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975100" y="7289800"/>
            <a:ext cx="342900" cy="3429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6972300" y="5969000"/>
            <a:ext cx="3695700" cy="3810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6972300" y="6553200"/>
            <a:ext cx="2552700" cy="12954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264400" y="6731000"/>
            <a:ext cx="342900" cy="3429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670800" y="6731000"/>
            <a:ext cx="342900" cy="3429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089900" y="6731000"/>
            <a:ext cx="342900" cy="3429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496300" y="6731000"/>
            <a:ext cx="342900" cy="342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902700" y="6731000"/>
            <a:ext cx="342900" cy="3429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289800" y="7289800"/>
            <a:ext cx="342900" cy="3429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696200" y="7289800"/>
            <a:ext cx="342900" cy="3429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102600" y="7289800"/>
            <a:ext cx="342900" cy="3429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509000" y="7289800"/>
            <a:ext cx="342900" cy="3429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702800" y="6553200"/>
            <a:ext cx="2552700" cy="12954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007600" y="6718300"/>
            <a:ext cx="342900" cy="342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414000" y="6718300"/>
            <a:ext cx="342900" cy="3429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820400" y="6718300"/>
            <a:ext cx="342900" cy="3429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1226800" y="6718300"/>
            <a:ext cx="342900" cy="3429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1633200" y="6718300"/>
            <a:ext cx="342900" cy="3429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020300" y="7277100"/>
            <a:ext cx="342900" cy="3429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439400" y="7277100"/>
            <a:ext cx="342900" cy="3429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845800" y="7277100"/>
            <a:ext cx="342900" cy="3429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134100" y="7010400"/>
            <a:ext cx="254000" cy="3937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244600" y="9690100"/>
            <a:ext cx="1282700" cy="9271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257300" y="10769600"/>
            <a:ext cx="3644900" cy="4064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5384800" y="9690100"/>
            <a:ext cx="1282700" cy="9271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5397500" y="10769600"/>
            <a:ext cx="3644900" cy="4064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9525000" y="9690100"/>
            <a:ext cx="1282700" cy="9271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9537700" y="10769600"/>
            <a:ext cx="3644900" cy="4064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257300" y="11239500"/>
            <a:ext cx="3644900" cy="4064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5397500" y="11239500"/>
            <a:ext cx="3644900" cy="4064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9537700" y="11239500"/>
            <a:ext cx="3644900" cy="4064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257300" y="12242800"/>
            <a:ext cx="10909300" cy="4064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0548600" y="4368800"/>
            <a:ext cx="2095500" cy="3810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4109700" y="8331200"/>
            <a:ext cx="6184900" cy="5207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4389100" y="8877300"/>
            <a:ext cx="6184900" cy="5207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389100" y="9436100"/>
            <a:ext cx="6184900" cy="5207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20548600" y="7226300"/>
            <a:ext cx="2095500" cy="3810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3309600" y="10426700"/>
            <a:ext cx="9779000" cy="635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3677900" y="10668000"/>
            <a:ext cx="5575300" cy="5334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3754100" y="11264900"/>
            <a:ext cx="1219200" cy="4064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3754100" y="11811000"/>
            <a:ext cx="1219200" cy="4064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3754100" y="12344400"/>
            <a:ext cx="1219200" cy="4064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6827500" y="11264900"/>
            <a:ext cx="3695700" cy="4064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6827500" y="11811000"/>
            <a:ext cx="3695700" cy="406400"/>
          </a:xfrm>
          <a:prstGeom prst="rect">
            <a:avLst/>
          </a:prstGeom>
        </p:spPr>
      </p:pic>
      <p:pic>
        <p:nvPicPr>
          <p:cNvPr name="Picture 92" id="92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6827500" y="12344400"/>
            <a:ext cx="3695700" cy="4064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3314700" y="596900"/>
            <a:ext cx="4165600" cy="482600"/>
          </a:xfrm>
          <a:prstGeom prst="rect">
            <a:avLst/>
          </a:prstGeom>
        </p:spPr>
      </p:pic>
      <p:pic>
        <p:nvPicPr>
          <p:cNvPr name="Picture 94" id="94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4813300" y="647700"/>
            <a:ext cx="4165600" cy="4064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368800" y="728980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41656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708400" y="2794000"/>
            <a:ext cx="108839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5399999">
            <a:off x="10185400" y="7912100"/>
            <a:ext cx="9652000" cy="6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997200" y="2603500"/>
            <a:ext cx="558800" cy="431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57300" y="2527300"/>
            <a:ext cx="1651000" cy="558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57300" y="3759200"/>
            <a:ext cx="1866900" cy="393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82700" y="4267200"/>
            <a:ext cx="4991100" cy="482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997700" y="4267200"/>
            <a:ext cx="69088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997700" y="4711700"/>
            <a:ext cx="6908800" cy="43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82700" y="6375400"/>
            <a:ext cx="4991100" cy="482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7010400" y="6375400"/>
            <a:ext cx="7429500" cy="431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010400" y="6832600"/>
            <a:ext cx="7429500" cy="431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82700" y="8178800"/>
            <a:ext cx="4991100" cy="482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934200" y="8204200"/>
            <a:ext cx="70739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6934200" y="8661400"/>
            <a:ext cx="7073900" cy="431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82700" y="10515600"/>
            <a:ext cx="49911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997700" y="10515600"/>
            <a:ext cx="6908800" cy="431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997700" y="10960100"/>
            <a:ext cx="6908800" cy="431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409700" y="5524500"/>
            <a:ext cx="13017500" cy="63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57300" y="7645400"/>
            <a:ext cx="13017500" cy="63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054100" y="9969500"/>
            <a:ext cx="13017500" cy="63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8757900" y="2832100"/>
            <a:ext cx="4813300" cy="63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097500" y="2654300"/>
            <a:ext cx="558800" cy="4318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5405100" y="2565400"/>
            <a:ext cx="2616200" cy="558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405100" y="3759200"/>
            <a:ext cx="1866900" cy="393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5405100" y="4267200"/>
            <a:ext cx="5778500" cy="647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5405100" y="4953000"/>
            <a:ext cx="5778500" cy="6477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5405100" y="6286500"/>
            <a:ext cx="3708400" cy="1587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9621500" y="6286500"/>
            <a:ext cx="3708400" cy="1587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646400" y="6515100"/>
            <a:ext cx="3136900" cy="3810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9926300" y="6515100"/>
            <a:ext cx="2959100" cy="381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659100" y="6934200"/>
            <a:ext cx="3124200" cy="736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9926300" y="6934200"/>
            <a:ext cx="2959100" cy="736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5659100" y="8712200"/>
            <a:ext cx="7683500" cy="4064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5646400" y="9245600"/>
            <a:ext cx="7683500" cy="4064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5659100" y="9779000"/>
            <a:ext cx="7683500" cy="4064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6934200" y="9144000"/>
            <a:ext cx="70739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3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3400" y="3835400"/>
            <a:ext cx="14935200" cy="213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87400" y="1930400"/>
            <a:ext cx="9817100" cy="215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320072">
            <a:off x="10236200" y="1778000"/>
            <a:ext cx="3479800" cy="3479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16300" y="6629400"/>
            <a:ext cx="14147800" cy="533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89200" y="6794500"/>
            <a:ext cx="419100" cy="203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416300" y="7505700"/>
            <a:ext cx="141478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7670800"/>
            <a:ext cx="419100" cy="20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416300" y="8382000"/>
            <a:ext cx="14147800" cy="533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8547100"/>
            <a:ext cx="419100" cy="203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416300" y="9245600"/>
            <a:ext cx="14147800" cy="533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489200" y="9423400"/>
            <a:ext cx="419100" cy="203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988300" y="12687300"/>
            <a:ext cx="6858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83000" y="12687300"/>
            <a:ext cx="4953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813300" y="12687300"/>
            <a:ext cx="4953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969000" y="12687300"/>
            <a:ext cx="495300" cy="13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489200" y="12687300"/>
            <a:ext cx="495300" cy="139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972300" y="12687300"/>
            <a:ext cx="495300" cy="139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321800" y="12496800"/>
            <a:ext cx="38862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08200" y="11531600"/>
            <a:ext cx="5372100" cy="43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14700" y="596900"/>
            <a:ext cx="4064000" cy="482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3" id="13">
            <a:hlinkClick r:id="rId14" tooltip=""/>
          </p:cNvPr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436100" y="4445000"/>
            <a:ext cx="55118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41656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90900" y="2781300"/>
            <a:ext cx="42799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5399999">
            <a:off x="10477500" y="7531100"/>
            <a:ext cx="10401300" cy="6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57300" y="2527300"/>
            <a:ext cx="17653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759200" y="3657600"/>
            <a:ext cx="596900" cy="381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57300" y="3581400"/>
            <a:ext cx="2298700" cy="508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70000" y="4229100"/>
            <a:ext cx="63754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70000" y="4673600"/>
            <a:ext cx="63754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70000" y="5308600"/>
            <a:ext cx="2794000" cy="508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70000" y="6972300"/>
            <a:ext cx="2794000" cy="508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82700" y="8407400"/>
            <a:ext cx="1562100" cy="508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8630900" y="2832100"/>
            <a:ext cx="4927600" cy="63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306800" y="2552700"/>
            <a:ext cx="2057400" cy="558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31900" y="1638300"/>
            <a:ext cx="56261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5399999">
            <a:off x="3263900" y="7531100"/>
            <a:ext cx="10401300" cy="63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060700" y="5384800"/>
            <a:ext cx="596900" cy="381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70000" y="5842000"/>
            <a:ext cx="6375400" cy="406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70000" y="6299200"/>
            <a:ext cx="63754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959100" y="7035800"/>
            <a:ext cx="596900" cy="381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70000" y="7556500"/>
            <a:ext cx="6375400" cy="406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959100" y="8496300"/>
            <a:ext cx="596900" cy="381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70000" y="9055100"/>
            <a:ext cx="6375400" cy="406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70000" y="9817100"/>
            <a:ext cx="2286000" cy="508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759200" y="9906000"/>
            <a:ext cx="596900" cy="381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70000" y="10464800"/>
            <a:ext cx="6375400" cy="406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282700" y="11341100"/>
            <a:ext cx="2794000" cy="5080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619500" y="11417300"/>
            <a:ext cx="596900" cy="381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270000" y="11988800"/>
            <a:ext cx="6375400" cy="4064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9944100" y="2781300"/>
            <a:ext cx="5168900" cy="63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9004300" y="2527300"/>
            <a:ext cx="1765300" cy="558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141200" y="3632200"/>
            <a:ext cx="596900" cy="381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9017000" y="3581400"/>
            <a:ext cx="3060700" cy="482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991600" y="4203700"/>
            <a:ext cx="6375400" cy="457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8991600" y="4673600"/>
            <a:ext cx="6375400" cy="4064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9017000" y="5308600"/>
            <a:ext cx="27940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134600" y="5359400"/>
            <a:ext cx="596900" cy="3810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9017000" y="5842000"/>
            <a:ext cx="6375400" cy="4064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9017000" y="6299200"/>
            <a:ext cx="6375400" cy="4064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8890000" y="8305800"/>
            <a:ext cx="6019800" cy="2438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9321800" y="8610600"/>
            <a:ext cx="2400300" cy="5334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1925300" y="8686800"/>
            <a:ext cx="762000" cy="381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9398000" y="9156700"/>
            <a:ext cx="6375400" cy="4064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9398000" y="9601200"/>
            <a:ext cx="6375400" cy="4064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9398000" y="10096500"/>
            <a:ext cx="6375400" cy="4064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757900" y="3403600"/>
            <a:ext cx="596900" cy="3810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6408400" y="3365500"/>
            <a:ext cx="2794000" cy="4826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6408400" y="3898900"/>
            <a:ext cx="6591300" cy="4064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6433800" y="4991100"/>
            <a:ext cx="2794000" cy="4826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757900" y="5067300"/>
            <a:ext cx="596900" cy="381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6433800" y="5524500"/>
            <a:ext cx="7023100" cy="4064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6306800" y="10541000"/>
            <a:ext cx="6578600" cy="2501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6637000" y="10769600"/>
            <a:ext cx="1384300" cy="533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8110200" y="10845800"/>
            <a:ext cx="1054100" cy="3810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6827500" y="11493500"/>
            <a:ext cx="6375400" cy="4064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6827500" y="11950700"/>
            <a:ext cx="6375400" cy="4064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6827500" y="12433300"/>
            <a:ext cx="6375400" cy="4064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6306800" y="8356600"/>
            <a:ext cx="6578600" cy="19939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6751300" y="8661400"/>
            <a:ext cx="3568700" cy="5334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20535900" y="8737600"/>
            <a:ext cx="762000" cy="3810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6827500" y="9283700"/>
            <a:ext cx="6375400" cy="4064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6827500" y="9740900"/>
            <a:ext cx="6375400" cy="4064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6408400" y="6616700"/>
            <a:ext cx="2794000" cy="4826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177000" y="6667500"/>
            <a:ext cx="596900" cy="3810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6408400" y="7150100"/>
            <a:ext cx="7150100" cy="4064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6408400" y="4318000"/>
            <a:ext cx="6591300" cy="4064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6433800" y="5943600"/>
            <a:ext cx="7023100" cy="4064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6433800" y="7581900"/>
            <a:ext cx="7264400" cy="4064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9029700" y="6870700"/>
            <a:ext cx="2794000" cy="5080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893300" y="6959600"/>
            <a:ext cx="596900" cy="3810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9017000" y="7518400"/>
            <a:ext cx="6375400" cy="4064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270000" y="10883900"/>
            <a:ext cx="6375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901700" y="1549400"/>
            <a:ext cx="23787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596900"/>
            <a:ext cx="58801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67000" y="508000"/>
            <a:ext cx="7620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60500" y="6705600"/>
            <a:ext cx="210947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60500" y="4699000"/>
            <a:ext cx="42799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997200" y="2286000"/>
            <a:ext cx="19405600" cy="6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00200" y="2044700"/>
            <a:ext cx="1765300" cy="558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12900" y="2908300"/>
            <a:ext cx="2832100" cy="431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87500" y="3251200"/>
            <a:ext cx="2692400" cy="130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51000" y="5283200"/>
            <a:ext cx="3911600" cy="381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51000" y="5638800"/>
            <a:ext cx="3911600" cy="381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51000" y="5994400"/>
            <a:ext cx="39116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-5400000">
            <a:off x="4965700" y="4635500"/>
            <a:ext cx="3505200" cy="50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-5400000">
            <a:off x="10198100" y="4635500"/>
            <a:ext cx="3505200" cy="50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-5400000">
            <a:off x="15417800" y="4635500"/>
            <a:ext cx="3505200" cy="50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277100" y="4737100"/>
            <a:ext cx="4445000" cy="533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7340600" y="2933700"/>
            <a:ext cx="3390900" cy="431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315200" y="3289300"/>
            <a:ext cx="3225800" cy="1308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353300" y="5321300"/>
            <a:ext cx="4178300" cy="381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7353300" y="5676900"/>
            <a:ext cx="3911600" cy="381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522200" y="4737100"/>
            <a:ext cx="4279900" cy="533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573000" y="2933700"/>
            <a:ext cx="3314700" cy="431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547600" y="3276600"/>
            <a:ext cx="3149600" cy="1308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611100" y="5308600"/>
            <a:ext cx="3911600" cy="381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2598400" y="5664200"/>
            <a:ext cx="3911600" cy="381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7437100" y="4724400"/>
            <a:ext cx="4279900" cy="533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7805400" y="2921000"/>
            <a:ext cx="5080000" cy="431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7780000" y="3276600"/>
            <a:ext cx="4813300" cy="1308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7805400" y="5308600"/>
            <a:ext cx="3911600" cy="381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7805400" y="5664200"/>
            <a:ext cx="4635500" cy="381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011400" y="3784600"/>
            <a:ext cx="3149600" cy="5969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3327400" y="7353300"/>
            <a:ext cx="19075400" cy="63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587500" y="7099300"/>
            <a:ext cx="1765300" cy="558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600200" y="8089900"/>
            <a:ext cx="2832100" cy="431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98600" y="8813800"/>
            <a:ext cx="20916900" cy="63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1696700" y="8102600"/>
            <a:ext cx="2832100" cy="431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625600" y="9664700"/>
            <a:ext cx="3911600" cy="381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612900" y="9093200"/>
            <a:ext cx="4864100" cy="5334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98600" y="10287000"/>
            <a:ext cx="20916900" cy="63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625600" y="11112500"/>
            <a:ext cx="3911600" cy="3810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612900" y="10528300"/>
            <a:ext cx="4864100" cy="533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98600" y="11734800"/>
            <a:ext cx="20916900" cy="635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651000" y="12509500"/>
            <a:ext cx="4622800" cy="381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625600" y="11925300"/>
            <a:ext cx="5092700" cy="5334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883900" y="9321800"/>
            <a:ext cx="254000" cy="3937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883900" y="10845800"/>
            <a:ext cx="254000" cy="3937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871200" y="12217400"/>
            <a:ext cx="254000" cy="393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1963400" y="9664700"/>
            <a:ext cx="6946900" cy="3810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1938000" y="9093200"/>
            <a:ext cx="4864100" cy="5334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1938000" y="11112500"/>
            <a:ext cx="8407400" cy="3810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1912600" y="10528300"/>
            <a:ext cx="4864100" cy="5334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1912600" y="12496800"/>
            <a:ext cx="6946900" cy="381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1899900" y="11912600"/>
            <a:ext cx="48641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912100" y="6045200"/>
            <a:ext cx="8255000" cy="4406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608300" y="5715000"/>
            <a:ext cx="1485900" cy="1485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54100" y="11049000"/>
            <a:ext cx="1739900" cy="1727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 rot="0">
            <a:off x="1054100" y="13017500"/>
            <a:ext cx="23520400" cy="393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304500" y="14224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3304500" y="10668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3304500" y="6985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0000" y="6985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38300" y="6985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06600" y="6985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474200" y="2755900"/>
            <a:ext cx="5435600" cy="148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00500" y="4419600"/>
            <a:ext cx="163830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21320072">
            <a:off x="18097500" y="-1231900"/>
            <a:ext cx="5511800" cy="551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2961600" y="100838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2961600" y="97155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2961600" y="93599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6500" y="5562600"/>
            <a:ext cx="1739900" cy="1727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00300" y="8077200"/>
            <a:ext cx="1079500" cy="1079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569700" y="8420100"/>
            <a:ext cx="31496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057900" y="56896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13500" y="56896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81800" y="56896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321300" y="5321300"/>
            <a:ext cx="13042900" cy="227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34500" y="4724400"/>
            <a:ext cx="6654800" cy="86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